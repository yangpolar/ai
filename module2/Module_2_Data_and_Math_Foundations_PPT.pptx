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48" r:id="rId2"/>
    <p:sldId id="286" r:id="rId3"/>
    <p:sldId id="257" r:id="rId4"/>
    <p:sldId id="291" r:id="rId5"/>
    <p:sldId id="258" r:id="rId6"/>
    <p:sldId id="303" r:id="rId7"/>
    <p:sldId id="259" r:id="rId8"/>
    <p:sldId id="304" r:id="rId9"/>
    <p:sldId id="305" r:id="rId10"/>
    <p:sldId id="260" r:id="rId11"/>
    <p:sldId id="306" r:id="rId12"/>
    <p:sldId id="307" r:id="rId13"/>
    <p:sldId id="313" r:id="rId14"/>
    <p:sldId id="308" r:id="rId15"/>
    <p:sldId id="314" r:id="rId16"/>
    <p:sldId id="316" r:id="rId17"/>
    <p:sldId id="315" r:id="rId18"/>
    <p:sldId id="317" r:id="rId19"/>
    <p:sldId id="318" r:id="rId20"/>
    <p:sldId id="319" r:id="rId21"/>
    <p:sldId id="273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274" r:id="rId30"/>
    <p:sldId id="327" r:id="rId31"/>
    <p:sldId id="330" r:id="rId32"/>
    <p:sldId id="331" r:id="rId33"/>
    <p:sldId id="332" r:id="rId34"/>
    <p:sldId id="333" r:id="rId35"/>
    <p:sldId id="328" r:id="rId36"/>
    <p:sldId id="334" r:id="rId37"/>
    <p:sldId id="335" r:id="rId38"/>
    <p:sldId id="336" r:id="rId39"/>
    <p:sldId id="329" r:id="rId40"/>
    <p:sldId id="337" r:id="rId41"/>
    <p:sldId id="338" r:id="rId42"/>
    <p:sldId id="339" r:id="rId43"/>
    <p:sldId id="275" r:id="rId44"/>
    <p:sldId id="276" r:id="rId45"/>
    <p:sldId id="340" r:id="rId46"/>
    <p:sldId id="341" r:id="rId47"/>
    <p:sldId id="343" r:id="rId48"/>
    <p:sldId id="342" r:id="rId49"/>
    <p:sldId id="344" r:id="rId50"/>
    <p:sldId id="345" r:id="rId51"/>
    <p:sldId id="277" r:id="rId52"/>
    <p:sldId id="346" r:id="rId53"/>
    <p:sldId id="278" r:id="rId54"/>
    <p:sldId id="279" r:id="rId55"/>
    <p:sldId id="280" r:id="rId56"/>
    <p:sldId id="281" r:id="rId57"/>
    <p:sldId id="282" r:id="rId58"/>
    <p:sldId id="283" r:id="rId59"/>
    <p:sldId id="284" r:id="rId60"/>
    <p:sldId id="285" r:id="rId61"/>
    <p:sldId id="347" r:id="rId6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67AFF-E869-4EC5-A770-AD5725963F4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4D987CB-174D-4AC4-99FB-C558973D64D9}">
      <dgm:prSet/>
      <dgm:spPr/>
      <dgm:t>
        <a:bodyPr/>
        <a:lstStyle/>
        <a:p>
          <a:pPr>
            <a:defRPr cap="all"/>
          </a:pPr>
          <a:r>
            <a:rPr lang="en-US"/>
            <a:t>Core of ML algorithms</a:t>
          </a:r>
        </a:p>
      </dgm:t>
    </dgm:pt>
    <dgm:pt modelId="{8EB104CA-4BD9-43F0-A1F7-5093C246E8A3}" type="parTrans" cxnId="{B41A28B0-D404-4D22-9823-F2444710FD02}">
      <dgm:prSet/>
      <dgm:spPr/>
      <dgm:t>
        <a:bodyPr/>
        <a:lstStyle/>
        <a:p>
          <a:endParaRPr lang="en-US"/>
        </a:p>
      </dgm:t>
    </dgm:pt>
    <dgm:pt modelId="{67106673-92F7-4959-A29F-300312AF9F61}" type="sibTrans" cxnId="{B41A28B0-D404-4D22-9823-F2444710FD02}">
      <dgm:prSet/>
      <dgm:spPr/>
      <dgm:t>
        <a:bodyPr/>
        <a:lstStyle/>
        <a:p>
          <a:endParaRPr lang="en-US"/>
        </a:p>
      </dgm:t>
    </dgm:pt>
    <dgm:pt modelId="{8885457A-99D2-48D0-AEE1-87C5648EE1EA}">
      <dgm:prSet/>
      <dgm:spPr/>
      <dgm:t>
        <a:bodyPr/>
        <a:lstStyle/>
        <a:p>
          <a:pPr>
            <a:defRPr cap="all"/>
          </a:pPr>
          <a:r>
            <a:rPr lang="en-US"/>
            <a:t>Used in embeddings, CNNs, transformers</a:t>
          </a:r>
        </a:p>
      </dgm:t>
    </dgm:pt>
    <dgm:pt modelId="{A1D0719B-D24B-4D3B-93C9-916E592377EC}" type="parTrans" cxnId="{382A0BFC-E482-4543-87CA-0DC493458661}">
      <dgm:prSet/>
      <dgm:spPr/>
      <dgm:t>
        <a:bodyPr/>
        <a:lstStyle/>
        <a:p>
          <a:endParaRPr lang="en-US"/>
        </a:p>
      </dgm:t>
    </dgm:pt>
    <dgm:pt modelId="{3B1E1B6A-F049-4D81-B581-40387AB5A8A7}" type="sibTrans" cxnId="{382A0BFC-E482-4543-87CA-0DC493458661}">
      <dgm:prSet/>
      <dgm:spPr/>
      <dgm:t>
        <a:bodyPr/>
        <a:lstStyle/>
        <a:p>
          <a:endParaRPr lang="en-US"/>
        </a:p>
      </dgm:t>
    </dgm:pt>
    <dgm:pt modelId="{88ED9801-3019-4B88-A613-0A61932FC4A7}">
      <dgm:prSet/>
      <dgm:spPr/>
      <dgm:t>
        <a:bodyPr/>
        <a:lstStyle/>
        <a:p>
          <a:pPr>
            <a:defRPr cap="all"/>
          </a:pPr>
          <a:r>
            <a:rPr lang="en-US"/>
            <a:t>Optimization uses matrix calculus</a:t>
          </a:r>
        </a:p>
      </dgm:t>
    </dgm:pt>
    <dgm:pt modelId="{5ABA8D0E-6147-4857-A563-2E6C98FBF141}" type="parTrans" cxnId="{BA10874D-3E5D-40D1-A7CF-D21DD42C9BF0}">
      <dgm:prSet/>
      <dgm:spPr/>
      <dgm:t>
        <a:bodyPr/>
        <a:lstStyle/>
        <a:p>
          <a:endParaRPr lang="en-US"/>
        </a:p>
      </dgm:t>
    </dgm:pt>
    <dgm:pt modelId="{7313F31D-7A6F-4F94-AB79-2C243AC079CD}" type="sibTrans" cxnId="{BA10874D-3E5D-40D1-A7CF-D21DD42C9BF0}">
      <dgm:prSet/>
      <dgm:spPr/>
      <dgm:t>
        <a:bodyPr/>
        <a:lstStyle/>
        <a:p>
          <a:endParaRPr lang="en-US"/>
        </a:p>
      </dgm:t>
    </dgm:pt>
    <dgm:pt modelId="{F19E8752-2E21-4C73-9002-7E02C5F02E6C}" type="pres">
      <dgm:prSet presAssocID="{EE267AFF-E869-4EC5-A770-AD5725963F4E}" presName="root" presStyleCnt="0">
        <dgm:presLayoutVars>
          <dgm:dir/>
          <dgm:resizeHandles val="exact"/>
        </dgm:presLayoutVars>
      </dgm:prSet>
      <dgm:spPr/>
    </dgm:pt>
    <dgm:pt modelId="{AB032EA7-DCD0-46DE-84CF-9A8B3B86CCE7}" type="pres">
      <dgm:prSet presAssocID="{24D987CB-174D-4AC4-99FB-C558973D64D9}" presName="compNode" presStyleCnt="0"/>
      <dgm:spPr/>
    </dgm:pt>
    <dgm:pt modelId="{66A8C47B-C1B3-4D34-B40D-F2ABC0469A11}" type="pres">
      <dgm:prSet presAssocID="{24D987CB-174D-4AC4-99FB-C558973D64D9}" presName="iconBgRect" presStyleLbl="bgShp" presStyleIdx="0" presStyleCnt="3"/>
      <dgm:spPr/>
    </dgm:pt>
    <dgm:pt modelId="{FF5279FF-CF53-4024-8187-13B12A493171}" type="pres">
      <dgm:prSet presAssocID="{24D987CB-174D-4AC4-99FB-C558973D64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C2A4F23-8E78-4B0F-BCDC-8E132A2D7905}" type="pres">
      <dgm:prSet presAssocID="{24D987CB-174D-4AC4-99FB-C558973D64D9}" presName="spaceRect" presStyleCnt="0"/>
      <dgm:spPr/>
    </dgm:pt>
    <dgm:pt modelId="{4488B36A-A302-4EA5-A422-45D848371AFA}" type="pres">
      <dgm:prSet presAssocID="{24D987CB-174D-4AC4-99FB-C558973D64D9}" presName="textRect" presStyleLbl="revTx" presStyleIdx="0" presStyleCnt="3">
        <dgm:presLayoutVars>
          <dgm:chMax val="1"/>
          <dgm:chPref val="1"/>
        </dgm:presLayoutVars>
      </dgm:prSet>
      <dgm:spPr/>
    </dgm:pt>
    <dgm:pt modelId="{C9C5E023-2618-4808-BCD6-DBD23D1F009A}" type="pres">
      <dgm:prSet presAssocID="{67106673-92F7-4959-A29F-300312AF9F61}" presName="sibTrans" presStyleCnt="0"/>
      <dgm:spPr/>
    </dgm:pt>
    <dgm:pt modelId="{0F91F027-C840-4B6A-8BCC-7AC5BDC0C6E5}" type="pres">
      <dgm:prSet presAssocID="{8885457A-99D2-48D0-AEE1-87C5648EE1EA}" presName="compNode" presStyleCnt="0"/>
      <dgm:spPr/>
    </dgm:pt>
    <dgm:pt modelId="{E4475DA1-2DFC-44EE-B677-3B4B1D1356F0}" type="pres">
      <dgm:prSet presAssocID="{8885457A-99D2-48D0-AEE1-87C5648EE1EA}" presName="iconBgRect" presStyleLbl="bgShp" presStyleIdx="1" presStyleCnt="3"/>
      <dgm:spPr/>
    </dgm:pt>
    <dgm:pt modelId="{9BA62253-E33F-4EBC-B793-A0B1A4C43522}" type="pres">
      <dgm:prSet presAssocID="{8885457A-99D2-48D0-AEE1-87C5648EE1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D4A12D5A-1757-4F86-8C98-B0691E12BAA7}" type="pres">
      <dgm:prSet presAssocID="{8885457A-99D2-48D0-AEE1-87C5648EE1EA}" presName="spaceRect" presStyleCnt="0"/>
      <dgm:spPr/>
    </dgm:pt>
    <dgm:pt modelId="{66F04DD4-DCC9-4355-8B71-87BD1F73BF3E}" type="pres">
      <dgm:prSet presAssocID="{8885457A-99D2-48D0-AEE1-87C5648EE1EA}" presName="textRect" presStyleLbl="revTx" presStyleIdx="1" presStyleCnt="3">
        <dgm:presLayoutVars>
          <dgm:chMax val="1"/>
          <dgm:chPref val="1"/>
        </dgm:presLayoutVars>
      </dgm:prSet>
      <dgm:spPr/>
    </dgm:pt>
    <dgm:pt modelId="{4CBF869A-8874-4761-9399-3FC35BA67F54}" type="pres">
      <dgm:prSet presAssocID="{3B1E1B6A-F049-4D81-B581-40387AB5A8A7}" presName="sibTrans" presStyleCnt="0"/>
      <dgm:spPr/>
    </dgm:pt>
    <dgm:pt modelId="{8750CE18-9497-496F-8670-D8FEB647D10D}" type="pres">
      <dgm:prSet presAssocID="{88ED9801-3019-4B88-A613-0A61932FC4A7}" presName="compNode" presStyleCnt="0"/>
      <dgm:spPr/>
    </dgm:pt>
    <dgm:pt modelId="{F55757B0-81B0-4B91-A6C7-12ECE37940D8}" type="pres">
      <dgm:prSet presAssocID="{88ED9801-3019-4B88-A613-0A61932FC4A7}" presName="iconBgRect" presStyleLbl="bgShp" presStyleIdx="2" presStyleCnt="3"/>
      <dgm:spPr/>
    </dgm:pt>
    <dgm:pt modelId="{7932DDA4-B12A-4F48-85D4-2C5A283A4581}" type="pres">
      <dgm:prSet presAssocID="{88ED9801-3019-4B88-A613-0A61932FC4A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D068F1A-1297-4C16-B7C2-DCBF3692634E}" type="pres">
      <dgm:prSet presAssocID="{88ED9801-3019-4B88-A613-0A61932FC4A7}" presName="spaceRect" presStyleCnt="0"/>
      <dgm:spPr/>
    </dgm:pt>
    <dgm:pt modelId="{1B2A548C-4C79-4BBE-A773-8CCD31A924A2}" type="pres">
      <dgm:prSet presAssocID="{88ED9801-3019-4B88-A613-0A61932FC4A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F095C68-3588-4A7D-A60E-F57D85535CC2}" type="presOf" srcId="{EE267AFF-E869-4EC5-A770-AD5725963F4E}" destId="{F19E8752-2E21-4C73-9002-7E02C5F02E6C}" srcOrd="0" destOrd="0" presId="urn:microsoft.com/office/officeart/2018/5/layout/IconCircleLabelList"/>
    <dgm:cxn modelId="{BA10874D-3E5D-40D1-A7CF-D21DD42C9BF0}" srcId="{EE267AFF-E869-4EC5-A770-AD5725963F4E}" destId="{88ED9801-3019-4B88-A613-0A61932FC4A7}" srcOrd="2" destOrd="0" parTransId="{5ABA8D0E-6147-4857-A563-2E6C98FBF141}" sibTransId="{7313F31D-7A6F-4F94-AB79-2C243AC079CD}"/>
    <dgm:cxn modelId="{5A9EE6A3-3776-4DCB-A675-9AEAEDB0CBD1}" type="presOf" srcId="{8885457A-99D2-48D0-AEE1-87C5648EE1EA}" destId="{66F04DD4-DCC9-4355-8B71-87BD1F73BF3E}" srcOrd="0" destOrd="0" presId="urn:microsoft.com/office/officeart/2018/5/layout/IconCircleLabelList"/>
    <dgm:cxn modelId="{305167A4-7491-4EE7-928C-EB4EB5C4D7AF}" type="presOf" srcId="{88ED9801-3019-4B88-A613-0A61932FC4A7}" destId="{1B2A548C-4C79-4BBE-A773-8CCD31A924A2}" srcOrd="0" destOrd="0" presId="urn:microsoft.com/office/officeart/2018/5/layout/IconCircleLabelList"/>
    <dgm:cxn modelId="{B41A28B0-D404-4D22-9823-F2444710FD02}" srcId="{EE267AFF-E869-4EC5-A770-AD5725963F4E}" destId="{24D987CB-174D-4AC4-99FB-C558973D64D9}" srcOrd="0" destOrd="0" parTransId="{8EB104CA-4BD9-43F0-A1F7-5093C246E8A3}" sibTransId="{67106673-92F7-4959-A29F-300312AF9F61}"/>
    <dgm:cxn modelId="{C72974DD-6907-4AF1-B2DB-84BA556A6623}" type="presOf" srcId="{24D987CB-174D-4AC4-99FB-C558973D64D9}" destId="{4488B36A-A302-4EA5-A422-45D848371AFA}" srcOrd="0" destOrd="0" presId="urn:microsoft.com/office/officeart/2018/5/layout/IconCircleLabelList"/>
    <dgm:cxn modelId="{382A0BFC-E482-4543-87CA-0DC493458661}" srcId="{EE267AFF-E869-4EC5-A770-AD5725963F4E}" destId="{8885457A-99D2-48D0-AEE1-87C5648EE1EA}" srcOrd="1" destOrd="0" parTransId="{A1D0719B-D24B-4D3B-93C9-916E592377EC}" sibTransId="{3B1E1B6A-F049-4D81-B581-40387AB5A8A7}"/>
    <dgm:cxn modelId="{DF3104ED-786E-4665-B587-33DBDB63B2E0}" type="presParOf" srcId="{F19E8752-2E21-4C73-9002-7E02C5F02E6C}" destId="{AB032EA7-DCD0-46DE-84CF-9A8B3B86CCE7}" srcOrd="0" destOrd="0" presId="urn:microsoft.com/office/officeart/2018/5/layout/IconCircleLabelList"/>
    <dgm:cxn modelId="{50F843F9-4C45-4294-B0B5-ED623F1B2211}" type="presParOf" srcId="{AB032EA7-DCD0-46DE-84CF-9A8B3B86CCE7}" destId="{66A8C47B-C1B3-4D34-B40D-F2ABC0469A11}" srcOrd="0" destOrd="0" presId="urn:microsoft.com/office/officeart/2018/5/layout/IconCircleLabelList"/>
    <dgm:cxn modelId="{E280AEC1-6266-4786-8302-849962C52221}" type="presParOf" srcId="{AB032EA7-DCD0-46DE-84CF-9A8B3B86CCE7}" destId="{FF5279FF-CF53-4024-8187-13B12A493171}" srcOrd="1" destOrd="0" presId="urn:microsoft.com/office/officeart/2018/5/layout/IconCircleLabelList"/>
    <dgm:cxn modelId="{B6151BA2-EF83-46BA-87DC-4DA7216188B9}" type="presParOf" srcId="{AB032EA7-DCD0-46DE-84CF-9A8B3B86CCE7}" destId="{6C2A4F23-8E78-4B0F-BCDC-8E132A2D7905}" srcOrd="2" destOrd="0" presId="urn:microsoft.com/office/officeart/2018/5/layout/IconCircleLabelList"/>
    <dgm:cxn modelId="{2C5E9368-06FE-4F26-90AF-9C5780E2396D}" type="presParOf" srcId="{AB032EA7-DCD0-46DE-84CF-9A8B3B86CCE7}" destId="{4488B36A-A302-4EA5-A422-45D848371AFA}" srcOrd="3" destOrd="0" presId="urn:microsoft.com/office/officeart/2018/5/layout/IconCircleLabelList"/>
    <dgm:cxn modelId="{E5C7257E-B97E-4B41-BBA7-B97229D6CEAA}" type="presParOf" srcId="{F19E8752-2E21-4C73-9002-7E02C5F02E6C}" destId="{C9C5E023-2618-4808-BCD6-DBD23D1F009A}" srcOrd="1" destOrd="0" presId="urn:microsoft.com/office/officeart/2018/5/layout/IconCircleLabelList"/>
    <dgm:cxn modelId="{1F5D88BB-3B35-40DE-8591-EF3AF58DEE52}" type="presParOf" srcId="{F19E8752-2E21-4C73-9002-7E02C5F02E6C}" destId="{0F91F027-C840-4B6A-8BCC-7AC5BDC0C6E5}" srcOrd="2" destOrd="0" presId="urn:microsoft.com/office/officeart/2018/5/layout/IconCircleLabelList"/>
    <dgm:cxn modelId="{B7221390-4FB1-4E2B-8C33-BADC99793FD2}" type="presParOf" srcId="{0F91F027-C840-4B6A-8BCC-7AC5BDC0C6E5}" destId="{E4475DA1-2DFC-44EE-B677-3B4B1D1356F0}" srcOrd="0" destOrd="0" presId="urn:microsoft.com/office/officeart/2018/5/layout/IconCircleLabelList"/>
    <dgm:cxn modelId="{835F8ABA-6D12-45C1-947B-AF597E064051}" type="presParOf" srcId="{0F91F027-C840-4B6A-8BCC-7AC5BDC0C6E5}" destId="{9BA62253-E33F-4EBC-B793-A0B1A4C43522}" srcOrd="1" destOrd="0" presId="urn:microsoft.com/office/officeart/2018/5/layout/IconCircleLabelList"/>
    <dgm:cxn modelId="{03E2CAFC-A1FF-4EE6-8FFF-646463763838}" type="presParOf" srcId="{0F91F027-C840-4B6A-8BCC-7AC5BDC0C6E5}" destId="{D4A12D5A-1757-4F86-8C98-B0691E12BAA7}" srcOrd="2" destOrd="0" presId="urn:microsoft.com/office/officeart/2018/5/layout/IconCircleLabelList"/>
    <dgm:cxn modelId="{41800672-19E8-4943-BCE6-76419D4888CF}" type="presParOf" srcId="{0F91F027-C840-4B6A-8BCC-7AC5BDC0C6E5}" destId="{66F04DD4-DCC9-4355-8B71-87BD1F73BF3E}" srcOrd="3" destOrd="0" presId="urn:microsoft.com/office/officeart/2018/5/layout/IconCircleLabelList"/>
    <dgm:cxn modelId="{3E556C2B-A008-4233-A141-1838DE7014AA}" type="presParOf" srcId="{F19E8752-2E21-4C73-9002-7E02C5F02E6C}" destId="{4CBF869A-8874-4761-9399-3FC35BA67F54}" srcOrd="3" destOrd="0" presId="urn:microsoft.com/office/officeart/2018/5/layout/IconCircleLabelList"/>
    <dgm:cxn modelId="{E69BB937-F286-42F5-8C55-C0B4365110B1}" type="presParOf" srcId="{F19E8752-2E21-4C73-9002-7E02C5F02E6C}" destId="{8750CE18-9497-496F-8670-D8FEB647D10D}" srcOrd="4" destOrd="0" presId="urn:microsoft.com/office/officeart/2018/5/layout/IconCircleLabelList"/>
    <dgm:cxn modelId="{CD7B60B1-D99A-4660-AECE-C464BEE47931}" type="presParOf" srcId="{8750CE18-9497-496F-8670-D8FEB647D10D}" destId="{F55757B0-81B0-4B91-A6C7-12ECE37940D8}" srcOrd="0" destOrd="0" presId="urn:microsoft.com/office/officeart/2018/5/layout/IconCircleLabelList"/>
    <dgm:cxn modelId="{87AB26DB-3578-42FF-9FA4-D38074DCBA81}" type="presParOf" srcId="{8750CE18-9497-496F-8670-D8FEB647D10D}" destId="{7932DDA4-B12A-4F48-85D4-2C5A283A4581}" srcOrd="1" destOrd="0" presId="urn:microsoft.com/office/officeart/2018/5/layout/IconCircleLabelList"/>
    <dgm:cxn modelId="{C549B7F1-09FA-4D05-B6E8-2E20A38EA175}" type="presParOf" srcId="{8750CE18-9497-496F-8670-D8FEB647D10D}" destId="{AD068F1A-1297-4C16-B7C2-DCBF3692634E}" srcOrd="2" destOrd="0" presId="urn:microsoft.com/office/officeart/2018/5/layout/IconCircleLabelList"/>
    <dgm:cxn modelId="{2852341E-18F7-4CEF-A108-7E5A6633EF65}" type="presParOf" srcId="{8750CE18-9497-496F-8670-D8FEB647D10D}" destId="{1B2A548C-4C79-4BBE-A773-8CCD31A924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265FB7-4E68-4642-81B5-66FBFF4CC46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9C0C79-0364-4F3F-AFB3-CC4B9563B87A}">
      <dgm:prSet/>
      <dgm:spPr/>
      <dgm:t>
        <a:bodyPr/>
        <a:lstStyle/>
        <a:p>
          <a:r>
            <a:rPr lang="en-US"/>
            <a:t>Scalar: single value</a:t>
          </a:r>
        </a:p>
      </dgm:t>
    </dgm:pt>
    <dgm:pt modelId="{E8A6E92F-2CD4-4596-9B73-5523036A5601}" type="parTrans" cxnId="{F7418A62-B53D-49DD-8422-4FB466A27B55}">
      <dgm:prSet/>
      <dgm:spPr/>
      <dgm:t>
        <a:bodyPr/>
        <a:lstStyle/>
        <a:p>
          <a:endParaRPr lang="en-US"/>
        </a:p>
      </dgm:t>
    </dgm:pt>
    <dgm:pt modelId="{287CD561-F078-4542-9E04-F967AEF441B4}" type="sibTrans" cxnId="{F7418A62-B53D-49DD-8422-4FB466A27B55}">
      <dgm:prSet/>
      <dgm:spPr/>
      <dgm:t>
        <a:bodyPr/>
        <a:lstStyle/>
        <a:p>
          <a:endParaRPr lang="en-US"/>
        </a:p>
      </dgm:t>
    </dgm:pt>
    <dgm:pt modelId="{63960E21-D54A-4C30-B3A3-63A54201DC2E}">
      <dgm:prSet/>
      <dgm:spPr/>
      <dgm:t>
        <a:bodyPr/>
        <a:lstStyle/>
        <a:p>
          <a:r>
            <a:rPr lang="en-US"/>
            <a:t>Vector: 1D array</a:t>
          </a:r>
        </a:p>
      </dgm:t>
    </dgm:pt>
    <dgm:pt modelId="{AC8331F6-4C6E-43F2-9D50-30FAB5CE96AE}" type="parTrans" cxnId="{607CA91F-1876-4F8E-B00B-5AD7D99D9A39}">
      <dgm:prSet/>
      <dgm:spPr/>
      <dgm:t>
        <a:bodyPr/>
        <a:lstStyle/>
        <a:p>
          <a:endParaRPr lang="en-US"/>
        </a:p>
      </dgm:t>
    </dgm:pt>
    <dgm:pt modelId="{1E2D6AA9-E73E-44F5-8F73-813EF5E0C67C}" type="sibTrans" cxnId="{607CA91F-1876-4F8E-B00B-5AD7D99D9A39}">
      <dgm:prSet/>
      <dgm:spPr/>
      <dgm:t>
        <a:bodyPr/>
        <a:lstStyle/>
        <a:p>
          <a:endParaRPr lang="en-US"/>
        </a:p>
      </dgm:t>
    </dgm:pt>
    <dgm:pt modelId="{E5ACBBC0-082C-433E-8326-F68B2F5AFFBB}">
      <dgm:prSet/>
      <dgm:spPr/>
      <dgm:t>
        <a:bodyPr/>
        <a:lstStyle/>
        <a:p>
          <a:r>
            <a:rPr lang="en-US"/>
            <a:t>Matrix: 2D</a:t>
          </a:r>
        </a:p>
      </dgm:t>
    </dgm:pt>
    <dgm:pt modelId="{31D5C058-AC66-4D0C-BFFF-E53D1B437DBF}" type="parTrans" cxnId="{E78C2ACB-8151-4E9F-BEF7-892655369A06}">
      <dgm:prSet/>
      <dgm:spPr/>
      <dgm:t>
        <a:bodyPr/>
        <a:lstStyle/>
        <a:p>
          <a:endParaRPr lang="en-US"/>
        </a:p>
      </dgm:t>
    </dgm:pt>
    <dgm:pt modelId="{5BFB7B9B-1E89-4EA0-AD1E-ADC14E72DFA9}" type="sibTrans" cxnId="{E78C2ACB-8151-4E9F-BEF7-892655369A06}">
      <dgm:prSet/>
      <dgm:spPr/>
      <dgm:t>
        <a:bodyPr/>
        <a:lstStyle/>
        <a:p>
          <a:endParaRPr lang="en-US"/>
        </a:p>
      </dgm:t>
    </dgm:pt>
    <dgm:pt modelId="{541FE407-B400-401E-8340-DADCA9415C1C}">
      <dgm:prSet/>
      <dgm:spPr/>
      <dgm:t>
        <a:bodyPr/>
        <a:lstStyle/>
        <a:p>
          <a:r>
            <a:rPr lang="en-US"/>
            <a:t>Tensor: multi-dimensional</a:t>
          </a:r>
        </a:p>
      </dgm:t>
    </dgm:pt>
    <dgm:pt modelId="{AD70FD50-9934-40CA-8928-BCD47EEA0294}" type="parTrans" cxnId="{52751923-FCFD-4D48-9E87-342A9740D00D}">
      <dgm:prSet/>
      <dgm:spPr/>
      <dgm:t>
        <a:bodyPr/>
        <a:lstStyle/>
        <a:p>
          <a:endParaRPr lang="en-US"/>
        </a:p>
      </dgm:t>
    </dgm:pt>
    <dgm:pt modelId="{5D6324E0-B523-41B5-81B4-4C4752C2D922}" type="sibTrans" cxnId="{52751923-FCFD-4D48-9E87-342A9740D00D}">
      <dgm:prSet/>
      <dgm:spPr/>
      <dgm:t>
        <a:bodyPr/>
        <a:lstStyle/>
        <a:p>
          <a:endParaRPr lang="en-US"/>
        </a:p>
      </dgm:t>
    </dgm:pt>
    <dgm:pt modelId="{5568B768-5A2F-4A6B-A54B-48483EE743D7}" type="pres">
      <dgm:prSet presAssocID="{48265FB7-4E68-4642-81B5-66FBFF4CC46C}" presName="diagram" presStyleCnt="0">
        <dgm:presLayoutVars>
          <dgm:dir/>
          <dgm:resizeHandles val="exact"/>
        </dgm:presLayoutVars>
      </dgm:prSet>
      <dgm:spPr/>
    </dgm:pt>
    <dgm:pt modelId="{FB25C010-7DA3-4489-A099-E80B0A9FDE2E}" type="pres">
      <dgm:prSet presAssocID="{DD9C0C79-0364-4F3F-AFB3-CC4B9563B87A}" presName="node" presStyleLbl="node1" presStyleIdx="0" presStyleCnt="4">
        <dgm:presLayoutVars>
          <dgm:bulletEnabled val="1"/>
        </dgm:presLayoutVars>
      </dgm:prSet>
      <dgm:spPr/>
    </dgm:pt>
    <dgm:pt modelId="{F1C61CD9-E20F-4CEC-AE07-3E156ADF542B}" type="pres">
      <dgm:prSet presAssocID="{287CD561-F078-4542-9E04-F967AEF441B4}" presName="sibTrans" presStyleCnt="0"/>
      <dgm:spPr/>
    </dgm:pt>
    <dgm:pt modelId="{14E9BE89-3510-46E0-A7F5-B6693FD0F4B1}" type="pres">
      <dgm:prSet presAssocID="{63960E21-D54A-4C30-B3A3-63A54201DC2E}" presName="node" presStyleLbl="node1" presStyleIdx="1" presStyleCnt="4">
        <dgm:presLayoutVars>
          <dgm:bulletEnabled val="1"/>
        </dgm:presLayoutVars>
      </dgm:prSet>
      <dgm:spPr/>
    </dgm:pt>
    <dgm:pt modelId="{5AB15764-51F6-4C83-AD33-82E663AEDA1E}" type="pres">
      <dgm:prSet presAssocID="{1E2D6AA9-E73E-44F5-8F73-813EF5E0C67C}" presName="sibTrans" presStyleCnt="0"/>
      <dgm:spPr/>
    </dgm:pt>
    <dgm:pt modelId="{5B9AAA8A-7069-4E32-ABB1-0154B05C2F76}" type="pres">
      <dgm:prSet presAssocID="{E5ACBBC0-082C-433E-8326-F68B2F5AFFBB}" presName="node" presStyleLbl="node1" presStyleIdx="2" presStyleCnt="4">
        <dgm:presLayoutVars>
          <dgm:bulletEnabled val="1"/>
        </dgm:presLayoutVars>
      </dgm:prSet>
      <dgm:spPr/>
    </dgm:pt>
    <dgm:pt modelId="{C4BB942B-9FCA-4875-8179-1E8462710A83}" type="pres">
      <dgm:prSet presAssocID="{5BFB7B9B-1E89-4EA0-AD1E-ADC14E72DFA9}" presName="sibTrans" presStyleCnt="0"/>
      <dgm:spPr/>
    </dgm:pt>
    <dgm:pt modelId="{0E2F3BE4-AFA6-47BC-99E5-5ACA8840C534}" type="pres">
      <dgm:prSet presAssocID="{541FE407-B400-401E-8340-DADCA9415C1C}" presName="node" presStyleLbl="node1" presStyleIdx="3" presStyleCnt="4">
        <dgm:presLayoutVars>
          <dgm:bulletEnabled val="1"/>
        </dgm:presLayoutVars>
      </dgm:prSet>
      <dgm:spPr/>
    </dgm:pt>
  </dgm:ptLst>
  <dgm:cxnLst>
    <dgm:cxn modelId="{607CA91F-1876-4F8E-B00B-5AD7D99D9A39}" srcId="{48265FB7-4E68-4642-81B5-66FBFF4CC46C}" destId="{63960E21-D54A-4C30-B3A3-63A54201DC2E}" srcOrd="1" destOrd="0" parTransId="{AC8331F6-4C6E-43F2-9D50-30FAB5CE96AE}" sibTransId="{1E2D6AA9-E73E-44F5-8F73-813EF5E0C67C}"/>
    <dgm:cxn modelId="{52751923-FCFD-4D48-9E87-342A9740D00D}" srcId="{48265FB7-4E68-4642-81B5-66FBFF4CC46C}" destId="{541FE407-B400-401E-8340-DADCA9415C1C}" srcOrd="3" destOrd="0" parTransId="{AD70FD50-9934-40CA-8928-BCD47EEA0294}" sibTransId="{5D6324E0-B523-41B5-81B4-4C4752C2D922}"/>
    <dgm:cxn modelId="{F7418A62-B53D-49DD-8422-4FB466A27B55}" srcId="{48265FB7-4E68-4642-81B5-66FBFF4CC46C}" destId="{DD9C0C79-0364-4F3F-AFB3-CC4B9563B87A}" srcOrd="0" destOrd="0" parTransId="{E8A6E92F-2CD4-4596-9B73-5523036A5601}" sibTransId="{287CD561-F078-4542-9E04-F967AEF441B4}"/>
    <dgm:cxn modelId="{55D15365-86A0-4B18-B3B2-9D373C556547}" type="presOf" srcId="{E5ACBBC0-082C-433E-8326-F68B2F5AFFBB}" destId="{5B9AAA8A-7069-4E32-ABB1-0154B05C2F76}" srcOrd="0" destOrd="0" presId="urn:microsoft.com/office/officeart/2005/8/layout/default"/>
    <dgm:cxn modelId="{06FAC572-8426-4CDB-8FC1-151D61DBA7AB}" type="presOf" srcId="{541FE407-B400-401E-8340-DADCA9415C1C}" destId="{0E2F3BE4-AFA6-47BC-99E5-5ACA8840C534}" srcOrd="0" destOrd="0" presId="urn:microsoft.com/office/officeart/2005/8/layout/default"/>
    <dgm:cxn modelId="{B599D27D-7F4F-4629-B589-E0FF603584CF}" type="presOf" srcId="{63960E21-D54A-4C30-B3A3-63A54201DC2E}" destId="{14E9BE89-3510-46E0-A7F5-B6693FD0F4B1}" srcOrd="0" destOrd="0" presId="urn:microsoft.com/office/officeart/2005/8/layout/default"/>
    <dgm:cxn modelId="{B69ED590-84B4-44B4-A7D3-7D012ECCC9C6}" type="presOf" srcId="{DD9C0C79-0364-4F3F-AFB3-CC4B9563B87A}" destId="{FB25C010-7DA3-4489-A099-E80B0A9FDE2E}" srcOrd="0" destOrd="0" presId="urn:microsoft.com/office/officeart/2005/8/layout/default"/>
    <dgm:cxn modelId="{97B549B5-396D-4D9E-ABFF-4BE430D240C9}" type="presOf" srcId="{48265FB7-4E68-4642-81B5-66FBFF4CC46C}" destId="{5568B768-5A2F-4A6B-A54B-48483EE743D7}" srcOrd="0" destOrd="0" presId="urn:microsoft.com/office/officeart/2005/8/layout/default"/>
    <dgm:cxn modelId="{E78C2ACB-8151-4E9F-BEF7-892655369A06}" srcId="{48265FB7-4E68-4642-81B5-66FBFF4CC46C}" destId="{E5ACBBC0-082C-433E-8326-F68B2F5AFFBB}" srcOrd="2" destOrd="0" parTransId="{31D5C058-AC66-4D0C-BFFF-E53D1B437DBF}" sibTransId="{5BFB7B9B-1E89-4EA0-AD1E-ADC14E72DFA9}"/>
    <dgm:cxn modelId="{B6D10DF9-7A49-486E-9805-08A43967B0BB}" type="presParOf" srcId="{5568B768-5A2F-4A6B-A54B-48483EE743D7}" destId="{FB25C010-7DA3-4489-A099-E80B0A9FDE2E}" srcOrd="0" destOrd="0" presId="urn:microsoft.com/office/officeart/2005/8/layout/default"/>
    <dgm:cxn modelId="{973C0CC9-57EE-4BB9-87A3-E46C484E118B}" type="presParOf" srcId="{5568B768-5A2F-4A6B-A54B-48483EE743D7}" destId="{F1C61CD9-E20F-4CEC-AE07-3E156ADF542B}" srcOrd="1" destOrd="0" presId="urn:microsoft.com/office/officeart/2005/8/layout/default"/>
    <dgm:cxn modelId="{073BBDBB-8A41-4DBF-BC89-8C5D99EF9330}" type="presParOf" srcId="{5568B768-5A2F-4A6B-A54B-48483EE743D7}" destId="{14E9BE89-3510-46E0-A7F5-B6693FD0F4B1}" srcOrd="2" destOrd="0" presId="urn:microsoft.com/office/officeart/2005/8/layout/default"/>
    <dgm:cxn modelId="{5F02E084-4E52-45E2-862F-63167241372F}" type="presParOf" srcId="{5568B768-5A2F-4A6B-A54B-48483EE743D7}" destId="{5AB15764-51F6-4C83-AD33-82E663AEDA1E}" srcOrd="3" destOrd="0" presId="urn:microsoft.com/office/officeart/2005/8/layout/default"/>
    <dgm:cxn modelId="{A9C7ACB8-E14F-4184-B06C-91218F142870}" type="presParOf" srcId="{5568B768-5A2F-4A6B-A54B-48483EE743D7}" destId="{5B9AAA8A-7069-4E32-ABB1-0154B05C2F76}" srcOrd="4" destOrd="0" presId="urn:microsoft.com/office/officeart/2005/8/layout/default"/>
    <dgm:cxn modelId="{41FC1D00-D68B-464B-9FFB-CE5528A9E089}" type="presParOf" srcId="{5568B768-5A2F-4A6B-A54B-48483EE743D7}" destId="{C4BB942B-9FCA-4875-8179-1E8462710A83}" srcOrd="5" destOrd="0" presId="urn:microsoft.com/office/officeart/2005/8/layout/default"/>
    <dgm:cxn modelId="{3842CF1E-A03B-408C-A169-766695556C8B}" type="presParOf" srcId="{5568B768-5A2F-4A6B-A54B-48483EE743D7}" destId="{0E2F3BE4-AFA6-47BC-99E5-5ACA8840C53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F2230B-CF16-496E-8FD7-6DD9FB9D2F4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D7805A-10A8-42AB-B65C-4899C38C2C7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Addition &amp; subtraction</a:t>
          </a:r>
        </a:p>
      </dgm:t>
    </dgm:pt>
    <dgm:pt modelId="{B45EE62B-85D5-4A30-86AC-8AEFCF78DEC3}" type="parTrans" cxnId="{29C58DF4-9AEB-49D4-8C20-0BB646DEE1AE}">
      <dgm:prSet/>
      <dgm:spPr/>
      <dgm:t>
        <a:bodyPr/>
        <a:lstStyle/>
        <a:p>
          <a:endParaRPr lang="en-US"/>
        </a:p>
      </dgm:t>
    </dgm:pt>
    <dgm:pt modelId="{B226CF76-DC50-4F17-8EF7-E79763B72868}" type="sibTrans" cxnId="{29C58DF4-9AEB-49D4-8C20-0BB646DEE1AE}">
      <dgm:prSet/>
      <dgm:spPr/>
      <dgm:t>
        <a:bodyPr/>
        <a:lstStyle/>
        <a:p>
          <a:endParaRPr lang="en-US"/>
        </a:p>
      </dgm:t>
    </dgm:pt>
    <dgm:pt modelId="{AA280CC8-3B6C-42C9-B3C3-C65FDF1FFDD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Dot product</a:t>
          </a:r>
        </a:p>
      </dgm:t>
    </dgm:pt>
    <dgm:pt modelId="{286E1983-2E61-48BF-993D-48DCF1753CB2}" type="parTrans" cxnId="{C96898D3-008A-4599-9BCE-B61724654FBD}">
      <dgm:prSet/>
      <dgm:spPr/>
      <dgm:t>
        <a:bodyPr/>
        <a:lstStyle/>
        <a:p>
          <a:endParaRPr lang="en-US"/>
        </a:p>
      </dgm:t>
    </dgm:pt>
    <dgm:pt modelId="{77E46BFB-8CE1-41F3-9DF8-F681F95A978E}" type="sibTrans" cxnId="{C96898D3-008A-4599-9BCE-B61724654FBD}">
      <dgm:prSet/>
      <dgm:spPr/>
      <dgm:t>
        <a:bodyPr/>
        <a:lstStyle/>
        <a:p>
          <a:endParaRPr lang="en-US"/>
        </a:p>
      </dgm:t>
    </dgm:pt>
    <dgm:pt modelId="{26509BAC-7467-415E-AF08-FE140FFCAD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Cosine similarity</a:t>
          </a:r>
        </a:p>
      </dgm:t>
    </dgm:pt>
    <dgm:pt modelId="{F2CBF5A1-545D-4474-87FF-041654D8440C}" type="parTrans" cxnId="{C8D9C772-F246-47B5-907D-5F8C5D8802B4}">
      <dgm:prSet/>
      <dgm:spPr/>
      <dgm:t>
        <a:bodyPr/>
        <a:lstStyle/>
        <a:p>
          <a:endParaRPr lang="en-US"/>
        </a:p>
      </dgm:t>
    </dgm:pt>
    <dgm:pt modelId="{7615BB1D-850D-4EDA-ADCC-14802331FDD2}" type="sibTrans" cxnId="{C8D9C772-F246-47B5-907D-5F8C5D8802B4}">
      <dgm:prSet/>
      <dgm:spPr/>
      <dgm:t>
        <a:bodyPr/>
        <a:lstStyle/>
        <a:p>
          <a:endParaRPr lang="en-US"/>
        </a:p>
      </dgm:t>
    </dgm:pt>
    <dgm:pt modelId="{E3ED3892-CDFF-48A0-BB68-936F484868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Magnitude</a:t>
          </a:r>
        </a:p>
      </dgm:t>
    </dgm:pt>
    <dgm:pt modelId="{FF38B688-E5BC-4C4F-B48E-2BA773E2405A}" type="parTrans" cxnId="{D063F732-0173-4BE4-8323-AC4027352C8B}">
      <dgm:prSet/>
      <dgm:spPr/>
      <dgm:t>
        <a:bodyPr/>
        <a:lstStyle/>
        <a:p>
          <a:endParaRPr lang="en-US"/>
        </a:p>
      </dgm:t>
    </dgm:pt>
    <dgm:pt modelId="{D7468F18-EBCB-4983-98E4-23DD43885492}" type="sibTrans" cxnId="{D063F732-0173-4BE4-8323-AC4027352C8B}">
      <dgm:prSet/>
      <dgm:spPr/>
      <dgm:t>
        <a:bodyPr/>
        <a:lstStyle/>
        <a:p>
          <a:endParaRPr lang="en-US"/>
        </a:p>
      </dgm:t>
    </dgm:pt>
    <dgm:pt modelId="{6F09CD22-F5BE-4C86-99CE-995C3B5D3450}" type="pres">
      <dgm:prSet presAssocID="{34F2230B-CF16-496E-8FD7-6DD9FB9D2F4E}" presName="root" presStyleCnt="0">
        <dgm:presLayoutVars>
          <dgm:dir/>
          <dgm:resizeHandles val="exact"/>
        </dgm:presLayoutVars>
      </dgm:prSet>
      <dgm:spPr/>
    </dgm:pt>
    <dgm:pt modelId="{E4E3586F-3AF4-41CD-8D1A-9974F913CA8C}" type="pres">
      <dgm:prSet presAssocID="{9DD7805A-10A8-42AB-B65C-4899C38C2C70}" presName="compNode" presStyleCnt="0"/>
      <dgm:spPr/>
    </dgm:pt>
    <dgm:pt modelId="{0C1778E6-DA5A-4861-915C-D51D59B17702}" type="pres">
      <dgm:prSet presAssocID="{9DD7805A-10A8-42AB-B65C-4899C38C2C70}" presName="iconBgRect" presStyleLbl="bgShp" presStyleIdx="0" presStyleCnt="4"/>
      <dgm:spPr/>
    </dgm:pt>
    <dgm:pt modelId="{187B79CE-8BED-4F4E-AFCC-38C59F3BF9D1}" type="pres">
      <dgm:prSet presAssocID="{9DD7805A-10A8-42AB-B65C-4899C38C2C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dd"/>
        </a:ext>
      </dgm:extLst>
    </dgm:pt>
    <dgm:pt modelId="{5208247C-1CCA-495C-99D2-CEB78C73819C}" type="pres">
      <dgm:prSet presAssocID="{9DD7805A-10A8-42AB-B65C-4899C38C2C70}" presName="spaceRect" presStyleCnt="0"/>
      <dgm:spPr/>
    </dgm:pt>
    <dgm:pt modelId="{20D768B8-915B-47F5-A7DD-DD012CE2FFC0}" type="pres">
      <dgm:prSet presAssocID="{9DD7805A-10A8-42AB-B65C-4899C38C2C70}" presName="textRect" presStyleLbl="revTx" presStyleIdx="0" presStyleCnt="4">
        <dgm:presLayoutVars>
          <dgm:chMax val="1"/>
          <dgm:chPref val="1"/>
        </dgm:presLayoutVars>
      </dgm:prSet>
      <dgm:spPr/>
    </dgm:pt>
    <dgm:pt modelId="{4CB887BE-3668-40D8-A03A-43D1F9E539F0}" type="pres">
      <dgm:prSet presAssocID="{B226CF76-DC50-4F17-8EF7-E79763B72868}" presName="sibTrans" presStyleCnt="0"/>
      <dgm:spPr/>
    </dgm:pt>
    <dgm:pt modelId="{96C6CB38-5111-4099-8B7D-7BBCF6FAD15F}" type="pres">
      <dgm:prSet presAssocID="{AA280CC8-3B6C-42C9-B3C3-C65FDF1FFDD9}" presName="compNode" presStyleCnt="0"/>
      <dgm:spPr/>
    </dgm:pt>
    <dgm:pt modelId="{8D66EC32-4E7E-41AD-8173-29FFAEAF3A42}" type="pres">
      <dgm:prSet presAssocID="{AA280CC8-3B6C-42C9-B3C3-C65FDF1FFDD9}" presName="iconBgRect" presStyleLbl="bgShp" presStyleIdx="1" presStyleCnt="4"/>
      <dgm:spPr/>
    </dgm:pt>
    <dgm:pt modelId="{419F0F8E-55BE-4601-9D5F-385BDFF5B411}" type="pres">
      <dgm:prSet presAssocID="{AA280CC8-3B6C-42C9-B3C3-C65FDF1FFD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4DA1136-AF9F-4C05-95E1-C907DB807D5D}" type="pres">
      <dgm:prSet presAssocID="{AA280CC8-3B6C-42C9-B3C3-C65FDF1FFDD9}" presName="spaceRect" presStyleCnt="0"/>
      <dgm:spPr/>
    </dgm:pt>
    <dgm:pt modelId="{1F81DBC4-6C15-48DC-B282-1F89068503FA}" type="pres">
      <dgm:prSet presAssocID="{AA280CC8-3B6C-42C9-B3C3-C65FDF1FFDD9}" presName="textRect" presStyleLbl="revTx" presStyleIdx="1" presStyleCnt="4">
        <dgm:presLayoutVars>
          <dgm:chMax val="1"/>
          <dgm:chPref val="1"/>
        </dgm:presLayoutVars>
      </dgm:prSet>
      <dgm:spPr/>
    </dgm:pt>
    <dgm:pt modelId="{85AFCB80-8CB7-436C-AB16-DDA83A40DD10}" type="pres">
      <dgm:prSet presAssocID="{77E46BFB-8CE1-41F3-9DF8-F681F95A978E}" presName="sibTrans" presStyleCnt="0"/>
      <dgm:spPr/>
    </dgm:pt>
    <dgm:pt modelId="{4C68905B-9510-4A34-8426-2134B9265456}" type="pres">
      <dgm:prSet presAssocID="{26509BAC-7467-415E-AF08-FE140FFCADB9}" presName="compNode" presStyleCnt="0"/>
      <dgm:spPr/>
    </dgm:pt>
    <dgm:pt modelId="{F4858D3F-B968-4EBF-BF26-67E1F3F365ED}" type="pres">
      <dgm:prSet presAssocID="{26509BAC-7467-415E-AF08-FE140FFCADB9}" presName="iconBgRect" presStyleLbl="bgShp" presStyleIdx="2" presStyleCnt="4"/>
      <dgm:spPr/>
    </dgm:pt>
    <dgm:pt modelId="{086D8B85-E66F-4585-BA4C-20528340D342}" type="pres">
      <dgm:prSet presAssocID="{26509BAC-7467-415E-AF08-FE140FFCAD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0875445-27EB-42EE-9B70-F942001400E8}" type="pres">
      <dgm:prSet presAssocID="{26509BAC-7467-415E-AF08-FE140FFCADB9}" presName="spaceRect" presStyleCnt="0"/>
      <dgm:spPr/>
    </dgm:pt>
    <dgm:pt modelId="{B7525525-68B5-4A8E-BBDA-BF3428F8C8D3}" type="pres">
      <dgm:prSet presAssocID="{26509BAC-7467-415E-AF08-FE140FFCADB9}" presName="textRect" presStyleLbl="revTx" presStyleIdx="2" presStyleCnt="4">
        <dgm:presLayoutVars>
          <dgm:chMax val="1"/>
          <dgm:chPref val="1"/>
        </dgm:presLayoutVars>
      </dgm:prSet>
      <dgm:spPr/>
    </dgm:pt>
    <dgm:pt modelId="{F12F5095-0840-48EC-9139-A4D95259D943}" type="pres">
      <dgm:prSet presAssocID="{7615BB1D-850D-4EDA-ADCC-14802331FDD2}" presName="sibTrans" presStyleCnt="0"/>
      <dgm:spPr/>
    </dgm:pt>
    <dgm:pt modelId="{33370582-4536-4F54-A976-AA3CCC459F24}" type="pres">
      <dgm:prSet presAssocID="{E3ED3892-CDFF-48A0-BB68-936F484868AD}" presName="compNode" presStyleCnt="0"/>
      <dgm:spPr/>
    </dgm:pt>
    <dgm:pt modelId="{05380C6C-478C-4A37-8387-F573A01FA1F3}" type="pres">
      <dgm:prSet presAssocID="{E3ED3892-CDFF-48A0-BB68-936F484868AD}" presName="iconBgRect" presStyleLbl="bgShp" presStyleIdx="3" presStyleCnt="4"/>
      <dgm:spPr/>
    </dgm:pt>
    <dgm:pt modelId="{38E64F2C-57FB-4301-A0AA-A0B76A6212CC}" type="pres">
      <dgm:prSet presAssocID="{E3ED3892-CDFF-48A0-BB68-936F484868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F4E85594-E2C6-43AA-A81F-B91D52D41D14}" type="pres">
      <dgm:prSet presAssocID="{E3ED3892-CDFF-48A0-BB68-936F484868AD}" presName="spaceRect" presStyleCnt="0"/>
      <dgm:spPr/>
    </dgm:pt>
    <dgm:pt modelId="{F536F742-A9A2-448D-85BE-3425FA8B687D}" type="pres">
      <dgm:prSet presAssocID="{E3ED3892-CDFF-48A0-BB68-936F484868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0E4501E-12A8-4710-82EE-A08641785BF9}" type="presOf" srcId="{AA280CC8-3B6C-42C9-B3C3-C65FDF1FFDD9}" destId="{1F81DBC4-6C15-48DC-B282-1F89068503FA}" srcOrd="0" destOrd="0" presId="urn:microsoft.com/office/officeart/2018/5/layout/IconCircleLabelList"/>
    <dgm:cxn modelId="{D063F732-0173-4BE4-8323-AC4027352C8B}" srcId="{34F2230B-CF16-496E-8FD7-6DD9FB9D2F4E}" destId="{E3ED3892-CDFF-48A0-BB68-936F484868AD}" srcOrd="3" destOrd="0" parTransId="{FF38B688-E5BC-4C4F-B48E-2BA773E2405A}" sibTransId="{D7468F18-EBCB-4983-98E4-23DD43885492}"/>
    <dgm:cxn modelId="{B62D985B-D198-47E3-8CCE-B35EAE593F76}" type="presOf" srcId="{E3ED3892-CDFF-48A0-BB68-936F484868AD}" destId="{F536F742-A9A2-448D-85BE-3425FA8B687D}" srcOrd="0" destOrd="0" presId="urn:microsoft.com/office/officeart/2018/5/layout/IconCircleLabelList"/>
    <dgm:cxn modelId="{C8D9C772-F246-47B5-907D-5F8C5D8802B4}" srcId="{34F2230B-CF16-496E-8FD7-6DD9FB9D2F4E}" destId="{26509BAC-7467-415E-AF08-FE140FFCADB9}" srcOrd="2" destOrd="0" parTransId="{F2CBF5A1-545D-4474-87FF-041654D8440C}" sibTransId="{7615BB1D-850D-4EDA-ADCC-14802331FDD2}"/>
    <dgm:cxn modelId="{6878A97A-65DF-41B6-8C15-AA59471EEB91}" type="presOf" srcId="{26509BAC-7467-415E-AF08-FE140FFCADB9}" destId="{B7525525-68B5-4A8E-BBDA-BF3428F8C8D3}" srcOrd="0" destOrd="0" presId="urn:microsoft.com/office/officeart/2018/5/layout/IconCircleLabelList"/>
    <dgm:cxn modelId="{34C410A6-945B-4F7B-8084-E0B17E8F7DE6}" type="presOf" srcId="{34F2230B-CF16-496E-8FD7-6DD9FB9D2F4E}" destId="{6F09CD22-F5BE-4C86-99CE-995C3B5D3450}" srcOrd="0" destOrd="0" presId="urn:microsoft.com/office/officeart/2018/5/layout/IconCircleLabelList"/>
    <dgm:cxn modelId="{74630EB4-CDDA-4D43-A0E8-4631DAC4D598}" type="presOf" srcId="{9DD7805A-10A8-42AB-B65C-4899C38C2C70}" destId="{20D768B8-915B-47F5-A7DD-DD012CE2FFC0}" srcOrd="0" destOrd="0" presId="urn:microsoft.com/office/officeart/2018/5/layout/IconCircleLabelList"/>
    <dgm:cxn modelId="{C96898D3-008A-4599-9BCE-B61724654FBD}" srcId="{34F2230B-CF16-496E-8FD7-6DD9FB9D2F4E}" destId="{AA280CC8-3B6C-42C9-B3C3-C65FDF1FFDD9}" srcOrd="1" destOrd="0" parTransId="{286E1983-2E61-48BF-993D-48DCF1753CB2}" sibTransId="{77E46BFB-8CE1-41F3-9DF8-F681F95A978E}"/>
    <dgm:cxn modelId="{29C58DF4-9AEB-49D4-8C20-0BB646DEE1AE}" srcId="{34F2230B-CF16-496E-8FD7-6DD9FB9D2F4E}" destId="{9DD7805A-10A8-42AB-B65C-4899C38C2C70}" srcOrd="0" destOrd="0" parTransId="{B45EE62B-85D5-4A30-86AC-8AEFCF78DEC3}" sibTransId="{B226CF76-DC50-4F17-8EF7-E79763B72868}"/>
    <dgm:cxn modelId="{F1528271-EB24-4900-9C31-711F4F8E9AC2}" type="presParOf" srcId="{6F09CD22-F5BE-4C86-99CE-995C3B5D3450}" destId="{E4E3586F-3AF4-41CD-8D1A-9974F913CA8C}" srcOrd="0" destOrd="0" presId="urn:microsoft.com/office/officeart/2018/5/layout/IconCircleLabelList"/>
    <dgm:cxn modelId="{6E0E64DD-5904-4D45-98DC-AC9643940200}" type="presParOf" srcId="{E4E3586F-3AF4-41CD-8D1A-9974F913CA8C}" destId="{0C1778E6-DA5A-4861-915C-D51D59B17702}" srcOrd="0" destOrd="0" presId="urn:microsoft.com/office/officeart/2018/5/layout/IconCircleLabelList"/>
    <dgm:cxn modelId="{A4F31D93-F345-41A6-A4F1-505678B1576B}" type="presParOf" srcId="{E4E3586F-3AF4-41CD-8D1A-9974F913CA8C}" destId="{187B79CE-8BED-4F4E-AFCC-38C59F3BF9D1}" srcOrd="1" destOrd="0" presId="urn:microsoft.com/office/officeart/2018/5/layout/IconCircleLabelList"/>
    <dgm:cxn modelId="{E84E46AA-7896-4EF8-98B3-F3676F54F634}" type="presParOf" srcId="{E4E3586F-3AF4-41CD-8D1A-9974F913CA8C}" destId="{5208247C-1CCA-495C-99D2-CEB78C73819C}" srcOrd="2" destOrd="0" presId="urn:microsoft.com/office/officeart/2018/5/layout/IconCircleLabelList"/>
    <dgm:cxn modelId="{57B7A4C6-824B-446E-9654-26BB6AC6CD94}" type="presParOf" srcId="{E4E3586F-3AF4-41CD-8D1A-9974F913CA8C}" destId="{20D768B8-915B-47F5-A7DD-DD012CE2FFC0}" srcOrd="3" destOrd="0" presId="urn:microsoft.com/office/officeart/2018/5/layout/IconCircleLabelList"/>
    <dgm:cxn modelId="{C9836BEF-7FD5-4679-9969-EB96408591C0}" type="presParOf" srcId="{6F09CD22-F5BE-4C86-99CE-995C3B5D3450}" destId="{4CB887BE-3668-40D8-A03A-43D1F9E539F0}" srcOrd="1" destOrd="0" presId="urn:microsoft.com/office/officeart/2018/5/layout/IconCircleLabelList"/>
    <dgm:cxn modelId="{8DFC43A4-61D4-41EE-83C5-33ECD3D1D57E}" type="presParOf" srcId="{6F09CD22-F5BE-4C86-99CE-995C3B5D3450}" destId="{96C6CB38-5111-4099-8B7D-7BBCF6FAD15F}" srcOrd="2" destOrd="0" presId="urn:microsoft.com/office/officeart/2018/5/layout/IconCircleLabelList"/>
    <dgm:cxn modelId="{AE4CED99-E0DF-491F-9129-DCF05070B551}" type="presParOf" srcId="{96C6CB38-5111-4099-8B7D-7BBCF6FAD15F}" destId="{8D66EC32-4E7E-41AD-8173-29FFAEAF3A42}" srcOrd="0" destOrd="0" presId="urn:microsoft.com/office/officeart/2018/5/layout/IconCircleLabelList"/>
    <dgm:cxn modelId="{726B6793-64FB-41FE-B586-02B194A00318}" type="presParOf" srcId="{96C6CB38-5111-4099-8B7D-7BBCF6FAD15F}" destId="{419F0F8E-55BE-4601-9D5F-385BDFF5B411}" srcOrd="1" destOrd="0" presId="urn:microsoft.com/office/officeart/2018/5/layout/IconCircleLabelList"/>
    <dgm:cxn modelId="{A2422D24-C710-4AD4-B56D-B69A38BC8435}" type="presParOf" srcId="{96C6CB38-5111-4099-8B7D-7BBCF6FAD15F}" destId="{44DA1136-AF9F-4C05-95E1-C907DB807D5D}" srcOrd="2" destOrd="0" presId="urn:microsoft.com/office/officeart/2018/5/layout/IconCircleLabelList"/>
    <dgm:cxn modelId="{73B4FA93-A50F-4B8F-B765-C09E41D8A53E}" type="presParOf" srcId="{96C6CB38-5111-4099-8B7D-7BBCF6FAD15F}" destId="{1F81DBC4-6C15-48DC-B282-1F89068503FA}" srcOrd="3" destOrd="0" presId="urn:microsoft.com/office/officeart/2018/5/layout/IconCircleLabelList"/>
    <dgm:cxn modelId="{078292FD-500D-4D17-8A4E-EBB53FB05AD8}" type="presParOf" srcId="{6F09CD22-F5BE-4C86-99CE-995C3B5D3450}" destId="{85AFCB80-8CB7-436C-AB16-DDA83A40DD10}" srcOrd="3" destOrd="0" presId="urn:microsoft.com/office/officeart/2018/5/layout/IconCircleLabelList"/>
    <dgm:cxn modelId="{C057CD99-7FD1-40CC-9E9B-2A1F4E8401EB}" type="presParOf" srcId="{6F09CD22-F5BE-4C86-99CE-995C3B5D3450}" destId="{4C68905B-9510-4A34-8426-2134B9265456}" srcOrd="4" destOrd="0" presId="urn:microsoft.com/office/officeart/2018/5/layout/IconCircleLabelList"/>
    <dgm:cxn modelId="{1617A8A3-08FB-42E9-A548-D3A7BE3D2EDD}" type="presParOf" srcId="{4C68905B-9510-4A34-8426-2134B9265456}" destId="{F4858D3F-B968-4EBF-BF26-67E1F3F365ED}" srcOrd="0" destOrd="0" presId="urn:microsoft.com/office/officeart/2018/5/layout/IconCircleLabelList"/>
    <dgm:cxn modelId="{8E0E1D36-A962-4304-83C4-7E282134B22A}" type="presParOf" srcId="{4C68905B-9510-4A34-8426-2134B9265456}" destId="{086D8B85-E66F-4585-BA4C-20528340D342}" srcOrd="1" destOrd="0" presId="urn:microsoft.com/office/officeart/2018/5/layout/IconCircleLabelList"/>
    <dgm:cxn modelId="{4742DECB-C3F2-42E8-8398-F998DB2207ED}" type="presParOf" srcId="{4C68905B-9510-4A34-8426-2134B9265456}" destId="{80875445-27EB-42EE-9B70-F942001400E8}" srcOrd="2" destOrd="0" presId="urn:microsoft.com/office/officeart/2018/5/layout/IconCircleLabelList"/>
    <dgm:cxn modelId="{01A2B51D-DE72-4F1B-BF31-C81F7905260B}" type="presParOf" srcId="{4C68905B-9510-4A34-8426-2134B9265456}" destId="{B7525525-68B5-4A8E-BBDA-BF3428F8C8D3}" srcOrd="3" destOrd="0" presId="urn:microsoft.com/office/officeart/2018/5/layout/IconCircleLabelList"/>
    <dgm:cxn modelId="{AB077C99-9F65-47D8-B401-784AED948310}" type="presParOf" srcId="{6F09CD22-F5BE-4C86-99CE-995C3B5D3450}" destId="{F12F5095-0840-48EC-9139-A4D95259D943}" srcOrd="5" destOrd="0" presId="urn:microsoft.com/office/officeart/2018/5/layout/IconCircleLabelList"/>
    <dgm:cxn modelId="{74A4224D-9180-4909-9F0D-2DCB6C1409F8}" type="presParOf" srcId="{6F09CD22-F5BE-4C86-99CE-995C3B5D3450}" destId="{33370582-4536-4F54-A976-AA3CCC459F24}" srcOrd="6" destOrd="0" presId="urn:microsoft.com/office/officeart/2018/5/layout/IconCircleLabelList"/>
    <dgm:cxn modelId="{5B9F2DFA-0D49-4C03-9081-618A49149646}" type="presParOf" srcId="{33370582-4536-4F54-A976-AA3CCC459F24}" destId="{05380C6C-478C-4A37-8387-F573A01FA1F3}" srcOrd="0" destOrd="0" presId="urn:microsoft.com/office/officeart/2018/5/layout/IconCircleLabelList"/>
    <dgm:cxn modelId="{13E7D5D5-813E-4588-975F-78F63358CBB8}" type="presParOf" srcId="{33370582-4536-4F54-A976-AA3CCC459F24}" destId="{38E64F2C-57FB-4301-A0AA-A0B76A6212CC}" srcOrd="1" destOrd="0" presId="urn:microsoft.com/office/officeart/2018/5/layout/IconCircleLabelList"/>
    <dgm:cxn modelId="{A48E441B-C382-43F0-B04A-9FE980EDC6FE}" type="presParOf" srcId="{33370582-4536-4F54-A976-AA3CCC459F24}" destId="{F4E85594-E2C6-43AA-A81F-B91D52D41D14}" srcOrd="2" destOrd="0" presId="urn:microsoft.com/office/officeart/2018/5/layout/IconCircleLabelList"/>
    <dgm:cxn modelId="{FB8B632A-4B40-48BC-9301-EB1C058555FD}" type="presParOf" srcId="{33370582-4536-4F54-A976-AA3CCC459F24}" destId="{F536F742-A9A2-448D-85BE-3425FA8B68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42C4850-DDE3-4CA2-8EC9-3FD4AAEFD62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7495D79-622B-4E69-BE5E-5B19660631C6}">
      <dgm:prSet/>
      <dgm:spPr/>
      <dgm:t>
        <a:bodyPr/>
        <a:lstStyle/>
        <a:p>
          <a:r>
            <a:rPr lang="en-US"/>
            <a:t>Addition &amp; multiplication</a:t>
          </a:r>
        </a:p>
      </dgm:t>
    </dgm:pt>
    <dgm:pt modelId="{8CED209A-245F-4001-9AF5-216F51176FFE}" type="parTrans" cxnId="{BF96DA27-AFF0-4A85-9AA4-B5F69424722A}">
      <dgm:prSet/>
      <dgm:spPr/>
      <dgm:t>
        <a:bodyPr/>
        <a:lstStyle/>
        <a:p>
          <a:endParaRPr lang="en-US"/>
        </a:p>
      </dgm:t>
    </dgm:pt>
    <dgm:pt modelId="{77E4BCB3-6592-4A22-A4EF-D3393A8E1CCE}" type="sibTrans" cxnId="{BF96DA27-AFF0-4A85-9AA4-B5F69424722A}">
      <dgm:prSet/>
      <dgm:spPr/>
      <dgm:t>
        <a:bodyPr/>
        <a:lstStyle/>
        <a:p>
          <a:endParaRPr lang="en-US"/>
        </a:p>
      </dgm:t>
    </dgm:pt>
    <dgm:pt modelId="{088B8AF4-E17B-4641-8CE9-AFA8EAE19F38}">
      <dgm:prSet/>
      <dgm:spPr/>
      <dgm:t>
        <a:bodyPr/>
        <a:lstStyle/>
        <a:p>
          <a:r>
            <a:rPr lang="en-US"/>
            <a:t>Transpose</a:t>
          </a:r>
        </a:p>
      </dgm:t>
    </dgm:pt>
    <dgm:pt modelId="{432B2DE4-217C-49C2-B323-E7656FECB84B}" type="parTrans" cxnId="{A37F7DE2-9E10-42EE-9F50-20F581614B48}">
      <dgm:prSet/>
      <dgm:spPr/>
      <dgm:t>
        <a:bodyPr/>
        <a:lstStyle/>
        <a:p>
          <a:endParaRPr lang="en-US"/>
        </a:p>
      </dgm:t>
    </dgm:pt>
    <dgm:pt modelId="{B9D11797-BBD5-4FB2-B821-3A4BCB6157CC}" type="sibTrans" cxnId="{A37F7DE2-9E10-42EE-9F50-20F581614B48}">
      <dgm:prSet/>
      <dgm:spPr/>
      <dgm:t>
        <a:bodyPr/>
        <a:lstStyle/>
        <a:p>
          <a:endParaRPr lang="en-US"/>
        </a:p>
      </dgm:t>
    </dgm:pt>
    <dgm:pt modelId="{A60C0366-0AB5-4FED-8D35-D5EC86DE58CA}">
      <dgm:prSet/>
      <dgm:spPr/>
      <dgm:t>
        <a:bodyPr/>
        <a:lstStyle/>
        <a:p>
          <a:r>
            <a:rPr lang="en-US"/>
            <a:t>Inverse</a:t>
          </a:r>
        </a:p>
      </dgm:t>
    </dgm:pt>
    <dgm:pt modelId="{2CA7D952-CFC5-45DF-B2CC-50A9D3C50BA2}" type="parTrans" cxnId="{7C29A062-DF56-41FB-8F44-961A22AA53EB}">
      <dgm:prSet/>
      <dgm:spPr/>
      <dgm:t>
        <a:bodyPr/>
        <a:lstStyle/>
        <a:p>
          <a:endParaRPr lang="en-US"/>
        </a:p>
      </dgm:t>
    </dgm:pt>
    <dgm:pt modelId="{FB896936-B926-4E63-8C86-6491A63E2A93}" type="sibTrans" cxnId="{7C29A062-DF56-41FB-8F44-961A22AA53EB}">
      <dgm:prSet/>
      <dgm:spPr/>
      <dgm:t>
        <a:bodyPr/>
        <a:lstStyle/>
        <a:p>
          <a:endParaRPr lang="en-US"/>
        </a:p>
      </dgm:t>
    </dgm:pt>
    <dgm:pt modelId="{9BC05B95-39A0-4576-B35C-73B5E2864885}">
      <dgm:prSet/>
      <dgm:spPr/>
      <dgm:t>
        <a:bodyPr/>
        <a:lstStyle/>
        <a:p>
          <a:r>
            <a:rPr lang="en-US"/>
            <a:t>Identity matrix</a:t>
          </a:r>
        </a:p>
      </dgm:t>
    </dgm:pt>
    <dgm:pt modelId="{3D5884C0-21C3-4565-A935-DA185C903838}" type="parTrans" cxnId="{3C383E7A-3890-4B57-8648-FF6DF6B23D0A}">
      <dgm:prSet/>
      <dgm:spPr/>
      <dgm:t>
        <a:bodyPr/>
        <a:lstStyle/>
        <a:p>
          <a:endParaRPr lang="en-US"/>
        </a:p>
      </dgm:t>
    </dgm:pt>
    <dgm:pt modelId="{7A9172E8-2F6D-42AC-97C1-244D04C985C3}" type="sibTrans" cxnId="{3C383E7A-3890-4B57-8648-FF6DF6B23D0A}">
      <dgm:prSet/>
      <dgm:spPr/>
      <dgm:t>
        <a:bodyPr/>
        <a:lstStyle/>
        <a:p>
          <a:endParaRPr lang="en-US"/>
        </a:p>
      </dgm:t>
    </dgm:pt>
    <dgm:pt modelId="{5300AC9D-2A50-4571-8FEC-CBECCF8D47CB}" type="pres">
      <dgm:prSet presAssocID="{242C4850-DDE3-4CA2-8EC9-3FD4AAEFD62A}" presName="diagram" presStyleCnt="0">
        <dgm:presLayoutVars>
          <dgm:dir/>
          <dgm:resizeHandles val="exact"/>
        </dgm:presLayoutVars>
      </dgm:prSet>
      <dgm:spPr/>
    </dgm:pt>
    <dgm:pt modelId="{042EA1CC-78EF-4E61-96F7-47CEC5CA5570}" type="pres">
      <dgm:prSet presAssocID="{C7495D79-622B-4E69-BE5E-5B19660631C6}" presName="node" presStyleLbl="node1" presStyleIdx="0" presStyleCnt="4">
        <dgm:presLayoutVars>
          <dgm:bulletEnabled val="1"/>
        </dgm:presLayoutVars>
      </dgm:prSet>
      <dgm:spPr/>
    </dgm:pt>
    <dgm:pt modelId="{7617723F-C1EE-4B36-A930-2E5D82D13770}" type="pres">
      <dgm:prSet presAssocID="{77E4BCB3-6592-4A22-A4EF-D3393A8E1CCE}" presName="sibTrans" presStyleCnt="0"/>
      <dgm:spPr/>
    </dgm:pt>
    <dgm:pt modelId="{EC77A24F-7A51-44BC-87EC-D32B715AC322}" type="pres">
      <dgm:prSet presAssocID="{088B8AF4-E17B-4641-8CE9-AFA8EAE19F38}" presName="node" presStyleLbl="node1" presStyleIdx="1" presStyleCnt="4">
        <dgm:presLayoutVars>
          <dgm:bulletEnabled val="1"/>
        </dgm:presLayoutVars>
      </dgm:prSet>
      <dgm:spPr/>
    </dgm:pt>
    <dgm:pt modelId="{AFE9466A-1442-4BF6-B5F5-A4EA806343C7}" type="pres">
      <dgm:prSet presAssocID="{B9D11797-BBD5-4FB2-B821-3A4BCB6157CC}" presName="sibTrans" presStyleCnt="0"/>
      <dgm:spPr/>
    </dgm:pt>
    <dgm:pt modelId="{751489DC-8725-4516-BCA2-595A8C1657C0}" type="pres">
      <dgm:prSet presAssocID="{A60C0366-0AB5-4FED-8D35-D5EC86DE58CA}" presName="node" presStyleLbl="node1" presStyleIdx="2" presStyleCnt="4">
        <dgm:presLayoutVars>
          <dgm:bulletEnabled val="1"/>
        </dgm:presLayoutVars>
      </dgm:prSet>
      <dgm:spPr/>
    </dgm:pt>
    <dgm:pt modelId="{C7E4D3A8-778E-41D3-9605-A23DD59E1EE1}" type="pres">
      <dgm:prSet presAssocID="{FB896936-B926-4E63-8C86-6491A63E2A93}" presName="sibTrans" presStyleCnt="0"/>
      <dgm:spPr/>
    </dgm:pt>
    <dgm:pt modelId="{D5F2D9D8-BE65-4C0E-8D67-1533B99C21C9}" type="pres">
      <dgm:prSet presAssocID="{9BC05B95-39A0-4576-B35C-73B5E2864885}" presName="node" presStyleLbl="node1" presStyleIdx="3" presStyleCnt="4">
        <dgm:presLayoutVars>
          <dgm:bulletEnabled val="1"/>
        </dgm:presLayoutVars>
      </dgm:prSet>
      <dgm:spPr/>
    </dgm:pt>
  </dgm:ptLst>
  <dgm:cxnLst>
    <dgm:cxn modelId="{BF96DA27-AFF0-4A85-9AA4-B5F69424722A}" srcId="{242C4850-DDE3-4CA2-8EC9-3FD4AAEFD62A}" destId="{C7495D79-622B-4E69-BE5E-5B19660631C6}" srcOrd="0" destOrd="0" parTransId="{8CED209A-245F-4001-9AF5-216F51176FFE}" sibTransId="{77E4BCB3-6592-4A22-A4EF-D3393A8E1CCE}"/>
    <dgm:cxn modelId="{7C29A062-DF56-41FB-8F44-961A22AA53EB}" srcId="{242C4850-DDE3-4CA2-8EC9-3FD4AAEFD62A}" destId="{A60C0366-0AB5-4FED-8D35-D5EC86DE58CA}" srcOrd="2" destOrd="0" parTransId="{2CA7D952-CFC5-45DF-B2CC-50A9D3C50BA2}" sibTransId="{FB896936-B926-4E63-8C86-6491A63E2A93}"/>
    <dgm:cxn modelId="{3C383E7A-3890-4B57-8648-FF6DF6B23D0A}" srcId="{242C4850-DDE3-4CA2-8EC9-3FD4AAEFD62A}" destId="{9BC05B95-39A0-4576-B35C-73B5E2864885}" srcOrd="3" destOrd="0" parTransId="{3D5884C0-21C3-4565-A935-DA185C903838}" sibTransId="{7A9172E8-2F6D-42AC-97C1-244D04C985C3}"/>
    <dgm:cxn modelId="{C3C4E288-C292-4E4B-9ADF-C5D95D5E448A}" type="presOf" srcId="{088B8AF4-E17B-4641-8CE9-AFA8EAE19F38}" destId="{EC77A24F-7A51-44BC-87EC-D32B715AC322}" srcOrd="0" destOrd="0" presId="urn:microsoft.com/office/officeart/2005/8/layout/default"/>
    <dgm:cxn modelId="{1C64A592-4218-41B9-8980-9330F8BB8A93}" type="presOf" srcId="{242C4850-DDE3-4CA2-8EC9-3FD4AAEFD62A}" destId="{5300AC9D-2A50-4571-8FEC-CBECCF8D47CB}" srcOrd="0" destOrd="0" presId="urn:microsoft.com/office/officeart/2005/8/layout/default"/>
    <dgm:cxn modelId="{308BA7BA-3C8F-4F27-940C-36B3E5E504A9}" type="presOf" srcId="{9BC05B95-39A0-4576-B35C-73B5E2864885}" destId="{D5F2D9D8-BE65-4C0E-8D67-1533B99C21C9}" srcOrd="0" destOrd="0" presId="urn:microsoft.com/office/officeart/2005/8/layout/default"/>
    <dgm:cxn modelId="{09BC26C2-18B6-4246-93CD-682BDDBAC130}" type="presOf" srcId="{A60C0366-0AB5-4FED-8D35-D5EC86DE58CA}" destId="{751489DC-8725-4516-BCA2-595A8C1657C0}" srcOrd="0" destOrd="0" presId="urn:microsoft.com/office/officeart/2005/8/layout/default"/>
    <dgm:cxn modelId="{A44D46C6-9224-47A8-BA3B-523D55F2BBD2}" type="presOf" srcId="{C7495D79-622B-4E69-BE5E-5B19660631C6}" destId="{042EA1CC-78EF-4E61-96F7-47CEC5CA5570}" srcOrd="0" destOrd="0" presId="urn:microsoft.com/office/officeart/2005/8/layout/default"/>
    <dgm:cxn modelId="{A37F7DE2-9E10-42EE-9F50-20F581614B48}" srcId="{242C4850-DDE3-4CA2-8EC9-3FD4AAEFD62A}" destId="{088B8AF4-E17B-4641-8CE9-AFA8EAE19F38}" srcOrd="1" destOrd="0" parTransId="{432B2DE4-217C-49C2-B323-E7656FECB84B}" sibTransId="{B9D11797-BBD5-4FB2-B821-3A4BCB6157CC}"/>
    <dgm:cxn modelId="{A1DD143C-78F0-4C52-A333-DC2D13605A1A}" type="presParOf" srcId="{5300AC9D-2A50-4571-8FEC-CBECCF8D47CB}" destId="{042EA1CC-78EF-4E61-96F7-47CEC5CA5570}" srcOrd="0" destOrd="0" presId="urn:microsoft.com/office/officeart/2005/8/layout/default"/>
    <dgm:cxn modelId="{5D29CB8E-8C14-4547-A223-7148A39F6EEB}" type="presParOf" srcId="{5300AC9D-2A50-4571-8FEC-CBECCF8D47CB}" destId="{7617723F-C1EE-4B36-A930-2E5D82D13770}" srcOrd="1" destOrd="0" presId="urn:microsoft.com/office/officeart/2005/8/layout/default"/>
    <dgm:cxn modelId="{637B93CF-78D7-4979-9B45-5ACDE293CC46}" type="presParOf" srcId="{5300AC9D-2A50-4571-8FEC-CBECCF8D47CB}" destId="{EC77A24F-7A51-44BC-87EC-D32B715AC322}" srcOrd="2" destOrd="0" presId="urn:microsoft.com/office/officeart/2005/8/layout/default"/>
    <dgm:cxn modelId="{36AA2577-ED7D-4B73-9875-A8E3FFEA0A31}" type="presParOf" srcId="{5300AC9D-2A50-4571-8FEC-CBECCF8D47CB}" destId="{AFE9466A-1442-4BF6-B5F5-A4EA806343C7}" srcOrd="3" destOrd="0" presId="urn:microsoft.com/office/officeart/2005/8/layout/default"/>
    <dgm:cxn modelId="{19618E8E-358A-4A13-B6B8-5688FC53F4FA}" type="presParOf" srcId="{5300AC9D-2A50-4571-8FEC-CBECCF8D47CB}" destId="{751489DC-8725-4516-BCA2-595A8C1657C0}" srcOrd="4" destOrd="0" presId="urn:microsoft.com/office/officeart/2005/8/layout/default"/>
    <dgm:cxn modelId="{AEFDE1B2-DBF5-4FFF-A9D8-547D087B7612}" type="presParOf" srcId="{5300AC9D-2A50-4571-8FEC-CBECCF8D47CB}" destId="{C7E4D3A8-778E-41D3-9605-A23DD59E1EE1}" srcOrd="5" destOrd="0" presId="urn:microsoft.com/office/officeart/2005/8/layout/default"/>
    <dgm:cxn modelId="{80D98C76-2FE9-48A1-9680-DD522541AE46}" type="presParOf" srcId="{5300AC9D-2A50-4571-8FEC-CBECCF8D47CB}" destId="{D5F2D9D8-BE65-4C0E-8D67-1533B99C21C9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9CE0AD-29E2-4978-A5B8-634A6FE0CA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9EC382-A57F-44F4-AE6D-A36CC3F46A73}">
      <dgm:prSet/>
      <dgm:spPr/>
      <dgm:t>
        <a:bodyPr/>
        <a:lstStyle/>
        <a:p>
          <a:r>
            <a:rPr lang="en-US" b="1" dirty="0"/>
            <a:t>1. Handling Missing Values</a:t>
          </a:r>
          <a:endParaRPr lang="en-US" dirty="0"/>
        </a:p>
      </dgm:t>
    </dgm:pt>
    <dgm:pt modelId="{A50F858B-1210-4E02-A106-4CA23CE0A131}" type="parTrans" cxnId="{63443D8F-130B-4ACF-BAAA-3E0E4971AF5B}">
      <dgm:prSet/>
      <dgm:spPr/>
      <dgm:t>
        <a:bodyPr/>
        <a:lstStyle/>
        <a:p>
          <a:endParaRPr lang="en-US"/>
        </a:p>
      </dgm:t>
    </dgm:pt>
    <dgm:pt modelId="{2AF67B96-7CD7-4103-B0DD-8621C6A17A31}" type="sibTrans" cxnId="{63443D8F-130B-4ACF-BAAA-3E0E4971AF5B}">
      <dgm:prSet/>
      <dgm:spPr/>
      <dgm:t>
        <a:bodyPr/>
        <a:lstStyle/>
        <a:p>
          <a:endParaRPr lang="en-US"/>
        </a:p>
      </dgm:t>
    </dgm:pt>
    <dgm:pt modelId="{0FBFADA0-02CE-47E8-949D-3C9AE5BEA05C}">
      <dgm:prSet/>
      <dgm:spPr/>
      <dgm:t>
        <a:bodyPr/>
        <a:lstStyle/>
        <a:p>
          <a:r>
            <a:rPr lang="en-US" b="1"/>
            <a:t>2. Removing Duplicates</a:t>
          </a:r>
          <a:endParaRPr lang="en-US"/>
        </a:p>
      </dgm:t>
    </dgm:pt>
    <dgm:pt modelId="{2E128D85-3283-465A-AE23-DB0DF964701E}" type="parTrans" cxnId="{428D0D52-67BF-4D93-9DF5-73F22637C724}">
      <dgm:prSet/>
      <dgm:spPr/>
      <dgm:t>
        <a:bodyPr/>
        <a:lstStyle/>
        <a:p>
          <a:endParaRPr lang="en-US"/>
        </a:p>
      </dgm:t>
    </dgm:pt>
    <dgm:pt modelId="{26C0BE0D-7393-4E89-B177-71701F81BA67}" type="sibTrans" cxnId="{428D0D52-67BF-4D93-9DF5-73F22637C724}">
      <dgm:prSet/>
      <dgm:spPr/>
      <dgm:t>
        <a:bodyPr/>
        <a:lstStyle/>
        <a:p>
          <a:endParaRPr lang="en-US"/>
        </a:p>
      </dgm:t>
    </dgm:pt>
    <dgm:pt modelId="{B36AE749-749C-40FB-AD27-7AE38BEBB476}">
      <dgm:prSet/>
      <dgm:spPr/>
      <dgm:t>
        <a:bodyPr/>
        <a:lstStyle/>
        <a:p>
          <a:r>
            <a:rPr lang="en-US" b="1"/>
            <a:t>3. Handling Outliers</a:t>
          </a:r>
          <a:endParaRPr lang="en-US"/>
        </a:p>
      </dgm:t>
    </dgm:pt>
    <dgm:pt modelId="{C089B4C6-44F5-4196-9971-3A3715FAC852}" type="parTrans" cxnId="{DF983BAD-D79A-4EB6-92B8-418972ECA321}">
      <dgm:prSet/>
      <dgm:spPr/>
      <dgm:t>
        <a:bodyPr/>
        <a:lstStyle/>
        <a:p>
          <a:endParaRPr lang="en-US"/>
        </a:p>
      </dgm:t>
    </dgm:pt>
    <dgm:pt modelId="{A3495CDF-B51D-412B-A295-3357FD23FC3B}" type="sibTrans" cxnId="{DF983BAD-D79A-4EB6-92B8-418972ECA321}">
      <dgm:prSet/>
      <dgm:spPr/>
      <dgm:t>
        <a:bodyPr/>
        <a:lstStyle/>
        <a:p>
          <a:endParaRPr lang="en-US"/>
        </a:p>
      </dgm:t>
    </dgm:pt>
    <dgm:pt modelId="{A8A42875-DAA0-49D6-8AE0-11D66AC0E9E8}">
      <dgm:prSet/>
      <dgm:spPr/>
      <dgm:t>
        <a:bodyPr/>
        <a:lstStyle/>
        <a:p>
          <a:r>
            <a:rPr lang="en-US" b="1"/>
            <a:t>4. Encoding Categorical Variables</a:t>
          </a:r>
          <a:endParaRPr lang="en-US"/>
        </a:p>
      </dgm:t>
    </dgm:pt>
    <dgm:pt modelId="{23EFD57D-40FD-433D-AA32-590D0DB67868}" type="parTrans" cxnId="{14CF7F00-1BD3-4EB7-9DBE-01FF14378647}">
      <dgm:prSet/>
      <dgm:spPr/>
      <dgm:t>
        <a:bodyPr/>
        <a:lstStyle/>
        <a:p>
          <a:endParaRPr lang="en-US"/>
        </a:p>
      </dgm:t>
    </dgm:pt>
    <dgm:pt modelId="{1D63A715-1844-4B7D-BEEF-3FDF21B50A2D}" type="sibTrans" cxnId="{14CF7F00-1BD3-4EB7-9DBE-01FF14378647}">
      <dgm:prSet/>
      <dgm:spPr/>
      <dgm:t>
        <a:bodyPr/>
        <a:lstStyle/>
        <a:p>
          <a:endParaRPr lang="en-US"/>
        </a:p>
      </dgm:t>
    </dgm:pt>
    <dgm:pt modelId="{EC42D986-FB03-4C18-8D87-B69AFB8A3F99}">
      <dgm:prSet/>
      <dgm:spPr/>
      <dgm:t>
        <a:bodyPr/>
        <a:lstStyle/>
        <a:p>
          <a:r>
            <a:rPr lang="en-US" b="1"/>
            <a:t>5. Scaling Numerical Features</a:t>
          </a:r>
          <a:endParaRPr lang="en-US"/>
        </a:p>
      </dgm:t>
    </dgm:pt>
    <dgm:pt modelId="{B7FA08CE-0FC4-431D-A05F-47BA8A329D46}" type="parTrans" cxnId="{D30DF10F-0C4B-4668-8BDA-231E8E92BFA2}">
      <dgm:prSet/>
      <dgm:spPr/>
      <dgm:t>
        <a:bodyPr/>
        <a:lstStyle/>
        <a:p>
          <a:endParaRPr lang="en-US"/>
        </a:p>
      </dgm:t>
    </dgm:pt>
    <dgm:pt modelId="{50DF53B0-743F-4DD4-8F7E-F8B278EAAD43}" type="sibTrans" cxnId="{D30DF10F-0C4B-4668-8BDA-231E8E92BFA2}">
      <dgm:prSet/>
      <dgm:spPr/>
      <dgm:t>
        <a:bodyPr/>
        <a:lstStyle/>
        <a:p>
          <a:endParaRPr lang="en-US"/>
        </a:p>
      </dgm:t>
    </dgm:pt>
    <dgm:pt modelId="{B1CDB3C0-9ED9-4443-9D89-E2ECBD15B15D}">
      <dgm:prSet/>
      <dgm:spPr/>
      <dgm:t>
        <a:bodyPr/>
        <a:lstStyle/>
        <a:p>
          <a:r>
            <a:rPr lang="en-US" b="1"/>
            <a:t>6. Converting Data Types</a:t>
          </a:r>
          <a:endParaRPr lang="en-US"/>
        </a:p>
      </dgm:t>
    </dgm:pt>
    <dgm:pt modelId="{468FDBAC-C402-4B8E-939E-AA4E0A05F2BA}" type="parTrans" cxnId="{F1965138-E757-48F7-8C9B-9B452766877A}">
      <dgm:prSet/>
      <dgm:spPr/>
      <dgm:t>
        <a:bodyPr/>
        <a:lstStyle/>
        <a:p>
          <a:endParaRPr lang="en-US"/>
        </a:p>
      </dgm:t>
    </dgm:pt>
    <dgm:pt modelId="{DFA49CD2-A878-497A-AD24-90DF9791AADF}" type="sibTrans" cxnId="{F1965138-E757-48F7-8C9B-9B452766877A}">
      <dgm:prSet/>
      <dgm:spPr/>
      <dgm:t>
        <a:bodyPr/>
        <a:lstStyle/>
        <a:p>
          <a:endParaRPr lang="en-US"/>
        </a:p>
      </dgm:t>
    </dgm:pt>
    <dgm:pt modelId="{B35BC26D-9A27-450E-A2E8-F9BF5E7F6C4B}">
      <dgm:prSet/>
      <dgm:spPr/>
      <dgm:t>
        <a:bodyPr/>
        <a:lstStyle/>
        <a:p>
          <a:r>
            <a:rPr lang="en-US" b="1"/>
            <a:t>7. Feature Extraction (Sklearn)</a:t>
          </a:r>
          <a:endParaRPr lang="en-US"/>
        </a:p>
      </dgm:t>
    </dgm:pt>
    <dgm:pt modelId="{FBA561FD-9839-46F9-AABC-7A269DE4F6D8}" type="parTrans" cxnId="{2D63A82C-CCA2-4F13-9C33-0C9EDC495470}">
      <dgm:prSet/>
      <dgm:spPr/>
      <dgm:t>
        <a:bodyPr/>
        <a:lstStyle/>
        <a:p>
          <a:endParaRPr lang="en-US"/>
        </a:p>
      </dgm:t>
    </dgm:pt>
    <dgm:pt modelId="{9782EA5A-EDA6-49FC-940B-9D0F60EA0880}" type="sibTrans" cxnId="{2D63A82C-CCA2-4F13-9C33-0C9EDC495470}">
      <dgm:prSet/>
      <dgm:spPr/>
      <dgm:t>
        <a:bodyPr/>
        <a:lstStyle/>
        <a:p>
          <a:endParaRPr lang="en-US"/>
        </a:p>
      </dgm:t>
    </dgm:pt>
    <dgm:pt modelId="{59C7B9BF-F1AE-4812-A26C-984EAAF99563}">
      <dgm:prSet/>
      <dgm:spPr/>
      <dgm:t>
        <a:bodyPr/>
        <a:lstStyle/>
        <a:p>
          <a:r>
            <a:rPr lang="en-US" b="1"/>
            <a:t>8. Removing Unnecessary Columns</a:t>
          </a:r>
          <a:endParaRPr lang="en-US"/>
        </a:p>
      </dgm:t>
    </dgm:pt>
    <dgm:pt modelId="{8DCC669B-793C-4856-B42A-B22EE37450A9}" type="parTrans" cxnId="{0F6D9DCB-A19C-49E5-9E16-79AA158DCB31}">
      <dgm:prSet/>
      <dgm:spPr/>
      <dgm:t>
        <a:bodyPr/>
        <a:lstStyle/>
        <a:p>
          <a:endParaRPr lang="en-US"/>
        </a:p>
      </dgm:t>
    </dgm:pt>
    <dgm:pt modelId="{F5DBF8A1-300D-465D-9E20-BE1D2F8824D2}" type="sibTrans" cxnId="{0F6D9DCB-A19C-49E5-9E16-79AA158DCB31}">
      <dgm:prSet/>
      <dgm:spPr/>
      <dgm:t>
        <a:bodyPr/>
        <a:lstStyle/>
        <a:p>
          <a:endParaRPr lang="en-US"/>
        </a:p>
      </dgm:t>
    </dgm:pt>
    <dgm:pt modelId="{2F69C94D-DF9C-4EF1-8A48-B6D898FC84C2}">
      <dgm:prSet/>
      <dgm:spPr/>
      <dgm:t>
        <a:bodyPr/>
        <a:lstStyle/>
        <a:p>
          <a:r>
            <a:rPr lang="en-US" b="1"/>
            <a:t>9. Handling Imbalanced Data (sklearn)</a:t>
          </a:r>
          <a:endParaRPr lang="en-US"/>
        </a:p>
      </dgm:t>
    </dgm:pt>
    <dgm:pt modelId="{A9841681-33C8-4AAE-AD00-614C56005A93}" type="parTrans" cxnId="{EA81883A-0053-4FF1-A200-D2B791B88A5D}">
      <dgm:prSet/>
      <dgm:spPr/>
      <dgm:t>
        <a:bodyPr/>
        <a:lstStyle/>
        <a:p>
          <a:endParaRPr lang="en-US"/>
        </a:p>
      </dgm:t>
    </dgm:pt>
    <dgm:pt modelId="{6B2396B7-EF73-47E1-B9A8-A421F38E059A}" type="sibTrans" cxnId="{EA81883A-0053-4FF1-A200-D2B791B88A5D}">
      <dgm:prSet/>
      <dgm:spPr/>
      <dgm:t>
        <a:bodyPr/>
        <a:lstStyle/>
        <a:p>
          <a:endParaRPr lang="en-US"/>
        </a:p>
      </dgm:t>
    </dgm:pt>
    <dgm:pt modelId="{15C07858-70CE-4786-BC33-D0C391B0CBE5}" type="pres">
      <dgm:prSet presAssocID="{C49CE0AD-29E2-4978-A5B8-634A6FE0CA45}" presName="linear" presStyleCnt="0">
        <dgm:presLayoutVars>
          <dgm:animLvl val="lvl"/>
          <dgm:resizeHandles val="exact"/>
        </dgm:presLayoutVars>
      </dgm:prSet>
      <dgm:spPr/>
    </dgm:pt>
    <dgm:pt modelId="{BD409E7C-89E2-45D4-B404-FDF3EE284145}" type="pres">
      <dgm:prSet presAssocID="{5F9EC382-A57F-44F4-AE6D-A36CC3F46A73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D2A6D941-08A5-4F4A-8CAB-5968648E1763}" type="pres">
      <dgm:prSet presAssocID="{2AF67B96-7CD7-4103-B0DD-8621C6A17A31}" presName="spacer" presStyleCnt="0"/>
      <dgm:spPr/>
    </dgm:pt>
    <dgm:pt modelId="{7BB65C84-05F8-4BA1-81D9-1BC4C013B754}" type="pres">
      <dgm:prSet presAssocID="{0FBFADA0-02CE-47E8-949D-3C9AE5BEA05C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B991FEAE-2CFE-4399-A545-183E69FD66A3}" type="pres">
      <dgm:prSet presAssocID="{26C0BE0D-7393-4E89-B177-71701F81BA67}" presName="spacer" presStyleCnt="0"/>
      <dgm:spPr/>
    </dgm:pt>
    <dgm:pt modelId="{8BC7E7D6-59D9-4190-A28A-BBFAFD488019}" type="pres">
      <dgm:prSet presAssocID="{B36AE749-749C-40FB-AD27-7AE38BEBB476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1AFAB32F-D6B2-4EDF-BCDB-0B6D0B975449}" type="pres">
      <dgm:prSet presAssocID="{A3495CDF-B51D-412B-A295-3357FD23FC3B}" presName="spacer" presStyleCnt="0"/>
      <dgm:spPr/>
    </dgm:pt>
    <dgm:pt modelId="{1AB83887-384F-40BF-B951-BAE0279D22CA}" type="pres">
      <dgm:prSet presAssocID="{A8A42875-DAA0-49D6-8AE0-11D66AC0E9E8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0FAFAA8C-ACEF-46DD-9E3D-5B81013A1210}" type="pres">
      <dgm:prSet presAssocID="{1D63A715-1844-4B7D-BEEF-3FDF21B50A2D}" presName="spacer" presStyleCnt="0"/>
      <dgm:spPr/>
    </dgm:pt>
    <dgm:pt modelId="{2F67E13A-9FCF-4355-B173-08FBF3A9C266}" type="pres">
      <dgm:prSet presAssocID="{EC42D986-FB03-4C18-8D87-B69AFB8A3F99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40762BCA-D509-441F-A51D-C2682BE83369}" type="pres">
      <dgm:prSet presAssocID="{50DF53B0-743F-4DD4-8F7E-F8B278EAAD43}" presName="spacer" presStyleCnt="0"/>
      <dgm:spPr/>
    </dgm:pt>
    <dgm:pt modelId="{B384159C-F46E-4C23-97FD-4A5562C26A0D}" type="pres">
      <dgm:prSet presAssocID="{B1CDB3C0-9ED9-4443-9D89-E2ECBD15B15D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568EF7E0-6438-4EEF-8F10-5A4311A7A8A1}" type="pres">
      <dgm:prSet presAssocID="{DFA49CD2-A878-497A-AD24-90DF9791AADF}" presName="spacer" presStyleCnt="0"/>
      <dgm:spPr/>
    </dgm:pt>
    <dgm:pt modelId="{A0EAF7DF-8628-479A-B3B4-B5FDC81FB005}" type="pres">
      <dgm:prSet presAssocID="{B35BC26D-9A27-450E-A2E8-F9BF5E7F6C4B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C92BA509-F848-4E1E-9A92-B3F26DC31917}" type="pres">
      <dgm:prSet presAssocID="{9782EA5A-EDA6-49FC-940B-9D0F60EA0880}" presName="spacer" presStyleCnt="0"/>
      <dgm:spPr/>
    </dgm:pt>
    <dgm:pt modelId="{157F5696-C45B-404D-9785-2570FD765F08}" type="pres">
      <dgm:prSet presAssocID="{59C7B9BF-F1AE-4812-A26C-984EAAF99563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86E4E3B3-C775-43C9-95E7-AAC9A3ACB2FF}" type="pres">
      <dgm:prSet presAssocID="{F5DBF8A1-300D-465D-9E20-BE1D2F8824D2}" presName="spacer" presStyleCnt="0"/>
      <dgm:spPr/>
    </dgm:pt>
    <dgm:pt modelId="{DE052823-A7C2-4CB8-BE3D-ACBE98A9818D}" type="pres">
      <dgm:prSet presAssocID="{2F69C94D-DF9C-4EF1-8A48-B6D898FC84C2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14CF7F00-1BD3-4EB7-9DBE-01FF14378647}" srcId="{C49CE0AD-29E2-4978-A5B8-634A6FE0CA45}" destId="{A8A42875-DAA0-49D6-8AE0-11D66AC0E9E8}" srcOrd="3" destOrd="0" parTransId="{23EFD57D-40FD-433D-AA32-590D0DB67868}" sibTransId="{1D63A715-1844-4B7D-BEEF-3FDF21B50A2D}"/>
    <dgm:cxn modelId="{D30DF10F-0C4B-4668-8BDA-231E8E92BFA2}" srcId="{C49CE0AD-29E2-4978-A5B8-634A6FE0CA45}" destId="{EC42D986-FB03-4C18-8D87-B69AFB8A3F99}" srcOrd="4" destOrd="0" parTransId="{B7FA08CE-0FC4-431D-A05F-47BA8A329D46}" sibTransId="{50DF53B0-743F-4DD4-8F7E-F8B278EAAD43}"/>
    <dgm:cxn modelId="{2D63A82C-CCA2-4F13-9C33-0C9EDC495470}" srcId="{C49CE0AD-29E2-4978-A5B8-634A6FE0CA45}" destId="{B35BC26D-9A27-450E-A2E8-F9BF5E7F6C4B}" srcOrd="6" destOrd="0" parTransId="{FBA561FD-9839-46F9-AABC-7A269DE4F6D8}" sibTransId="{9782EA5A-EDA6-49FC-940B-9D0F60EA0880}"/>
    <dgm:cxn modelId="{F1965138-E757-48F7-8C9B-9B452766877A}" srcId="{C49CE0AD-29E2-4978-A5B8-634A6FE0CA45}" destId="{B1CDB3C0-9ED9-4443-9D89-E2ECBD15B15D}" srcOrd="5" destOrd="0" parTransId="{468FDBAC-C402-4B8E-939E-AA4E0A05F2BA}" sibTransId="{DFA49CD2-A878-497A-AD24-90DF9791AADF}"/>
    <dgm:cxn modelId="{EA81883A-0053-4FF1-A200-D2B791B88A5D}" srcId="{C49CE0AD-29E2-4978-A5B8-634A6FE0CA45}" destId="{2F69C94D-DF9C-4EF1-8A48-B6D898FC84C2}" srcOrd="8" destOrd="0" parTransId="{A9841681-33C8-4AAE-AD00-614C56005A93}" sibTransId="{6B2396B7-EF73-47E1-B9A8-A421F38E059A}"/>
    <dgm:cxn modelId="{428D0D52-67BF-4D93-9DF5-73F22637C724}" srcId="{C49CE0AD-29E2-4978-A5B8-634A6FE0CA45}" destId="{0FBFADA0-02CE-47E8-949D-3C9AE5BEA05C}" srcOrd="1" destOrd="0" parTransId="{2E128D85-3283-465A-AE23-DB0DF964701E}" sibTransId="{26C0BE0D-7393-4E89-B177-71701F81BA67}"/>
    <dgm:cxn modelId="{88F1E373-D470-42F4-8730-67A6828875D6}" type="presOf" srcId="{5F9EC382-A57F-44F4-AE6D-A36CC3F46A73}" destId="{BD409E7C-89E2-45D4-B404-FDF3EE284145}" srcOrd="0" destOrd="0" presId="urn:microsoft.com/office/officeart/2005/8/layout/vList2"/>
    <dgm:cxn modelId="{EB2EF356-3BC2-41EE-B662-6AF095D698AC}" type="presOf" srcId="{B35BC26D-9A27-450E-A2E8-F9BF5E7F6C4B}" destId="{A0EAF7DF-8628-479A-B3B4-B5FDC81FB005}" srcOrd="0" destOrd="0" presId="urn:microsoft.com/office/officeart/2005/8/layout/vList2"/>
    <dgm:cxn modelId="{84925480-EA4E-4889-A141-52B31E61AD6B}" type="presOf" srcId="{B1CDB3C0-9ED9-4443-9D89-E2ECBD15B15D}" destId="{B384159C-F46E-4C23-97FD-4A5562C26A0D}" srcOrd="0" destOrd="0" presId="urn:microsoft.com/office/officeart/2005/8/layout/vList2"/>
    <dgm:cxn modelId="{26C9E383-7459-46B4-A3BD-E6A3705EAB02}" type="presOf" srcId="{2F69C94D-DF9C-4EF1-8A48-B6D898FC84C2}" destId="{DE052823-A7C2-4CB8-BE3D-ACBE98A9818D}" srcOrd="0" destOrd="0" presId="urn:microsoft.com/office/officeart/2005/8/layout/vList2"/>
    <dgm:cxn modelId="{63443D8F-130B-4ACF-BAAA-3E0E4971AF5B}" srcId="{C49CE0AD-29E2-4978-A5B8-634A6FE0CA45}" destId="{5F9EC382-A57F-44F4-AE6D-A36CC3F46A73}" srcOrd="0" destOrd="0" parTransId="{A50F858B-1210-4E02-A106-4CA23CE0A131}" sibTransId="{2AF67B96-7CD7-4103-B0DD-8621C6A17A31}"/>
    <dgm:cxn modelId="{DCD651A2-2E88-414C-A722-C64FF547E8BA}" type="presOf" srcId="{59C7B9BF-F1AE-4812-A26C-984EAAF99563}" destId="{157F5696-C45B-404D-9785-2570FD765F08}" srcOrd="0" destOrd="0" presId="urn:microsoft.com/office/officeart/2005/8/layout/vList2"/>
    <dgm:cxn modelId="{DF983BAD-D79A-4EB6-92B8-418972ECA321}" srcId="{C49CE0AD-29E2-4978-A5B8-634A6FE0CA45}" destId="{B36AE749-749C-40FB-AD27-7AE38BEBB476}" srcOrd="2" destOrd="0" parTransId="{C089B4C6-44F5-4196-9971-3A3715FAC852}" sibTransId="{A3495CDF-B51D-412B-A295-3357FD23FC3B}"/>
    <dgm:cxn modelId="{9AE32CC5-6A22-4004-9250-39F8D8F3A231}" type="presOf" srcId="{EC42D986-FB03-4C18-8D87-B69AFB8A3F99}" destId="{2F67E13A-9FCF-4355-B173-08FBF3A9C266}" srcOrd="0" destOrd="0" presId="urn:microsoft.com/office/officeart/2005/8/layout/vList2"/>
    <dgm:cxn modelId="{0F6D9DCB-A19C-49E5-9E16-79AA158DCB31}" srcId="{C49CE0AD-29E2-4978-A5B8-634A6FE0CA45}" destId="{59C7B9BF-F1AE-4812-A26C-984EAAF99563}" srcOrd="7" destOrd="0" parTransId="{8DCC669B-793C-4856-B42A-B22EE37450A9}" sibTransId="{F5DBF8A1-300D-465D-9E20-BE1D2F8824D2}"/>
    <dgm:cxn modelId="{A1915BD2-8ED6-4B1B-93BC-C64B04E963ED}" type="presOf" srcId="{C49CE0AD-29E2-4978-A5B8-634A6FE0CA45}" destId="{15C07858-70CE-4786-BC33-D0C391B0CBE5}" srcOrd="0" destOrd="0" presId="urn:microsoft.com/office/officeart/2005/8/layout/vList2"/>
    <dgm:cxn modelId="{DE11F3E4-1352-4C66-B023-E8DF74D44341}" type="presOf" srcId="{0FBFADA0-02CE-47E8-949D-3C9AE5BEA05C}" destId="{7BB65C84-05F8-4BA1-81D9-1BC4C013B754}" srcOrd="0" destOrd="0" presId="urn:microsoft.com/office/officeart/2005/8/layout/vList2"/>
    <dgm:cxn modelId="{9065A3E7-20E9-42FB-9501-CF3BB9F66188}" type="presOf" srcId="{B36AE749-749C-40FB-AD27-7AE38BEBB476}" destId="{8BC7E7D6-59D9-4190-A28A-BBFAFD488019}" srcOrd="0" destOrd="0" presId="urn:microsoft.com/office/officeart/2005/8/layout/vList2"/>
    <dgm:cxn modelId="{DCE498EC-EA48-446B-BAC4-B6AB66A54DFE}" type="presOf" srcId="{A8A42875-DAA0-49D6-8AE0-11D66AC0E9E8}" destId="{1AB83887-384F-40BF-B951-BAE0279D22CA}" srcOrd="0" destOrd="0" presId="urn:microsoft.com/office/officeart/2005/8/layout/vList2"/>
    <dgm:cxn modelId="{E3751B1D-0A29-4999-A8D8-745FFE02D41F}" type="presParOf" srcId="{15C07858-70CE-4786-BC33-D0C391B0CBE5}" destId="{BD409E7C-89E2-45D4-B404-FDF3EE284145}" srcOrd="0" destOrd="0" presId="urn:microsoft.com/office/officeart/2005/8/layout/vList2"/>
    <dgm:cxn modelId="{06BE5F46-D665-4EAD-A134-FD757731D89E}" type="presParOf" srcId="{15C07858-70CE-4786-BC33-D0C391B0CBE5}" destId="{D2A6D941-08A5-4F4A-8CAB-5968648E1763}" srcOrd="1" destOrd="0" presId="urn:microsoft.com/office/officeart/2005/8/layout/vList2"/>
    <dgm:cxn modelId="{42570A06-6630-43E2-8043-14B473DB42CD}" type="presParOf" srcId="{15C07858-70CE-4786-BC33-D0C391B0CBE5}" destId="{7BB65C84-05F8-4BA1-81D9-1BC4C013B754}" srcOrd="2" destOrd="0" presId="urn:microsoft.com/office/officeart/2005/8/layout/vList2"/>
    <dgm:cxn modelId="{754B3B12-C634-477C-8954-AFEECCF02414}" type="presParOf" srcId="{15C07858-70CE-4786-BC33-D0C391B0CBE5}" destId="{B991FEAE-2CFE-4399-A545-183E69FD66A3}" srcOrd="3" destOrd="0" presId="urn:microsoft.com/office/officeart/2005/8/layout/vList2"/>
    <dgm:cxn modelId="{5794B988-970E-4A64-84C7-F3FD075B32AB}" type="presParOf" srcId="{15C07858-70CE-4786-BC33-D0C391B0CBE5}" destId="{8BC7E7D6-59D9-4190-A28A-BBFAFD488019}" srcOrd="4" destOrd="0" presId="urn:microsoft.com/office/officeart/2005/8/layout/vList2"/>
    <dgm:cxn modelId="{E0C699AB-AB22-45C5-A6AC-F18B8346B56F}" type="presParOf" srcId="{15C07858-70CE-4786-BC33-D0C391B0CBE5}" destId="{1AFAB32F-D6B2-4EDF-BCDB-0B6D0B975449}" srcOrd="5" destOrd="0" presId="urn:microsoft.com/office/officeart/2005/8/layout/vList2"/>
    <dgm:cxn modelId="{F5E5206E-93C8-4777-9B2D-E25909FD1107}" type="presParOf" srcId="{15C07858-70CE-4786-BC33-D0C391B0CBE5}" destId="{1AB83887-384F-40BF-B951-BAE0279D22CA}" srcOrd="6" destOrd="0" presId="urn:microsoft.com/office/officeart/2005/8/layout/vList2"/>
    <dgm:cxn modelId="{F5F276D1-38DD-4225-962E-D56385341398}" type="presParOf" srcId="{15C07858-70CE-4786-BC33-D0C391B0CBE5}" destId="{0FAFAA8C-ACEF-46DD-9E3D-5B81013A1210}" srcOrd="7" destOrd="0" presId="urn:microsoft.com/office/officeart/2005/8/layout/vList2"/>
    <dgm:cxn modelId="{99671BF0-E912-4927-AF89-0AE382C9988E}" type="presParOf" srcId="{15C07858-70CE-4786-BC33-D0C391B0CBE5}" destId="{2F67E13A-9FCF-4355-B173-08FBF3A9C266}" srcOrd="8" destOrd="0" presId="urn:microsoft.com/office/officeart/2005/8/layout/vList2"/>
    <dgm:cxn modelId="{6F381916-2A22-437E-BB47-AA270DD1B590}" type="presParOf" srcId="{15C07858-70CE-4786-BC33-D0C391B0CBE5}" destId="{40762BCA-D509-441F-A51D-C2682BE83369}" srcOrd="9" destOrd="0" presId="urn:microsoft.com/office/officeart/2005/8/layout/vList2"/>
    <dgm:cxn modelId="{FDD81168-C32A-42EB-9B4B-F05EF5E9EFC5}" type="presParOf" srcId="{15C07858-70CE-4786-BC33-D0C391B0CBE5}" destId="{B384159C-F46E-4C23-97FD-4A5562C26A0D}" srcOrd="10" destOrd="0" presId="urn:microsoft.com/office/officeart/2005/8/layout/vList2"/>
    <dgm:cxn modelId="{FD5B0810-9202-401E-A824-094D1C10C21D}" type="presParOf" srcId="{15C07858-70CE-4786-BC33-D0C391B0CBE5}" destId="{568EF7E0-6438-4EEF-8F10-5A4311A7A8A1}" srcOrd="11" destOrd="0" presId="urn:microsoft.com/office/officeart/2005/8/layout/vList2"/>
    <dgm:cxn modelId="{13209D97-F41C-4D6C-8119-A5912F1AF4BD}" type="presParOf" srcId="{15C07858-70CE-4786-BC33-D0C391B0CBE5}" destId="{A0EAF7DF-8628-479A-B3B4-B5FDC81FB005}" srcOrd="12" destOrd="0" presId="urn:microsoft.com/office/officeart/2005/8/layout/vList2"/>
    <dgm:cxn modelId="{B5235D62-C24C-458C-96CE-A1F0A5087BB2}" type="presParOf" srcId="{15C07858-70CE-4786-BC33-D0C391B0CBE5}" destId="{C92BA509-F848-4E1E-9A92-B3F26DC31917}" srcOrd="13" destOrd="0" presId="urn:microsoft.com/office/officeart/2005/8/layout/vList2"/>
    <dgm:cxn modelId="{1EDB3983-563C-4819-AA2B-EDDD4FA19CC7}" type="presParOf" srcId="{15C07858-70CE-4786-BC33-D0C391B0CBE5}" destId="{157F5696-C45B-404D-9785-2570FD765F08}" srcOrd="14" destOrd="0" presId="urn:microsoft.com/office/officeart/2005/8/layout/vList2"/>
    <dgm:cxn modelId="{E24FC03A-181B-473B-9EA8-291168DC815F}" type="presParOf" srcId="{15C07858-70CE-4786-BC33-D0C391B0CBE5}" destId="{86E4E3B3-C775-43C9-95E7-AAC9A3ACB2FF}" srcOrd="15" destOrd="0" presId="urn:microsoft.com/office/officeart/2005/8/layout/vList2"/>
    <dgm:cxn modelId="{F3AD8DC6-6CE2-468D-9BC6-B05D273BCEF2}" type="presParOf" srcId="{15C07858-70CE-4786-BC33-D0C391B0CBE5}" destId="{DE052823-A7C2-4CB8-BE3D-ACBE98A9818D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185A06F-63DF-4E1F-A610-FD2CBDA95C0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20A0E9-90A2-47CF-9BD6-E10A849EF30D}">
      <dgm:prSet/>
      <dgm:spPr/>
      <dgm:t>
        <a:bodyPr/>
        <a:lstStyle/>
        <a:p>
          <a:r>
            <a:rPr lang="en-US"/>
            <a:t>Missing value can be treated</a:t>
          </a:r>
        </a:p>
      </dgm:t>
    </dgm:pt>
    <dgm:pt modelId="{4BAE9708-A042-49DA-BDA2-2868AFC8C1CA}" type="parTrans" cxnId="{A4EFCF7D-8D37-4F34-88D3-9F871B3417DA}">
      <dgm:prSet/>
      <dgm:spPr/>
      <dgm:t>
        <a:bodyPr/>
        <a:lstStyle/>
        <a:p>
          <a:endParaRPr lang="en-US"/>
        </a:p>
      </dgm:t>
    </dgm:pt>
    <dgm:pt modelId="{3E98666D-919E-488F-B13A-A27870C7A8B1}" type="sibTrans" cxnId="{A4EFCF7D-8D37-4F34-88D3-9F871B3417DA}">
      <dgm:prSet/>
      <dgm:spPr/>
      <dgm:t>
        <a:bodyPr/>
        <a:lstStyle/>
        <a:p>
          <a:endParaRPr lang="en-US"/>
        </a:p>
      </dgm:t>
    </dgm:pt>
    <dgm:pt modelId="{37D90D18-7C6A-4CE2-ACE4-93433A2411BF}">
      <dgm:prSet/>
      <dgm:spPr/>
      <dgm:t>
        <a:bodyPr/>
        <a:lstStyle/>
        <a:p>
          <a:r>
            <a:rPr lang="en-US"/>
            <a:t>Using pandas</a:t>
          </a:r>
        </a:p>
      </dgm:t>
    </dgm:pt>
    <dgm:pt modelId="{013B4AD1-5B14-4542-9BD5-F5DDB22CD9B0}" type="parTrans" cxnId="{D7DFD3E9-31F9-410C-B625-D611FF8F5586}">
      <dgm:prSet/>
      <dgm:spPr/>
      <dgm:t>
        <a:bodyPr/>
        <a:lstStyle/>
        <a:p>
          <a:endParaRPr lang="en-US"/>
        </a:p>
      </dgm:t>
    </dgm:pt>
    <dgm:pt modelId="{C15DDF32-1A4A-4791-8A35-8063EB8C3A2B}" type="sibTrans" cxnId="{D7DFD3E9-31F9-410C-B625-D611FF8F5586}">
      <dgm:prSet/>
      <dgm:spPr/>
      <dgm:t>
        <a:bodyPr/>
        <a:lstStyle/>
        <a:p>
          <a:endParaRPr lang="en-US"/>
        </a:p>
      </dgm:t>
    </dgm:pt>
    <dgm:pt modelId="{F4BF5D7D-846A-4274-8EB3-8BDD62CA503A}">
      <dgm:prSet/>
      <dgm:spPr/>
      <dgm:t>
        <a:bodyPr/>
        <a:lstStyle/>
        <a:p>
          <a:r>
            <a:rPr lang="en-US"/>
            <a:t>Using scikit learn </a:t>
          </a:r>
        </a:p>
      </dgm:t>
    </dgm:pt>
    <dgm:pt modelId="{AEE25EF2-34C1-4E01-A50A-865025581419}" type="parTrans" cxnId="{E2EE546E-C3F8-4C05-913B-BCFD21B62E42}">
      <dgm:prSet/>
      <dgm:spPr/>
      <dgm:t>
        <a:bodyPr/>
        <a:lstStyle/>
        <a:p>
          <a:endParaRPr lang="en-US"/>
        </a:p>
      </dgm:t>
    </dgm:pt>
    <dgm:pt modelId="{2957BDA1-D26C-4958-BC60-C70ABEA9A005}" type="sibTrans" cxnId="{E2EE546E-C3F8-4C05-913B-BCFD21B62E42}">
      <dgm:prSet/>
      <dgm:spPr/>
      <dgm:t>
        <a:bodyPr/>
        <a:lstStyle/>
        <a:p>
          <a:endParaRPr lang="en-US"/>
        </a:p>
      </dgm:t>
    </dgm:pt>
    <dgm:pt modelId="{217B9407-C0FD-451F-9803-7F4825359E90}" type="pres">
      <dgm:prSet presAssocID="{E185A06F-63DF-4E1F-A610-FD2CBDA95C0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744E1D-0F4E-4D52-9B02-29A70A405B23}" type="pres">
      <dgm:prSet presAssocID="{1220A0E9-90A2-47CF-9BD6-E10A849EF30D}" presName="hierRoot1" presStyleCnt="0"/>
      <dgm:spPr/>
    </dgm:pt>
    <dgm:pt modelId="{04CF4E61-EA0D-4DEA-BAC1-6832604BAB99}" type="pres">
      <dgm:prSet presAssocID="{1220A0E9-90A2-47CF-9BD6-E10A849EF30D}" presName="composite" presStyleCnt="0"/>
      <dgm:spPr/>
    </dgm:pt>
    <dgm:pt modelId="{A651614B-7ED4-4D98-A6BE-C24ED4A734DE}" type="pres">
      <dgm:prSet presAssocID="{1220A0E9-90A2-47CF-9BD6-E10A849EF30D}" presName="background" presStyleLbl="node0" presStyleIdx="0" presStyleCnt="1"/>
      <dgm:spPr/>
    </dgm:pt>
    <dgm:pt modelId="{C6815150-AA5D-40B0-938C-78B74D54A764}" type="pres">
      <dgm:prSet presAssocID="{1220A0E9-90A2-47CF-9BD6-E10A849EF30D}" presName="text" presStyleLbl="fgAcc0" presStyleIdx="0" presStyleCnt="1">
        <dgm:presLayoutVars>
          <dgm:chPref val="3"/>
        </dgm:presLayoutVars>
      </dgm:prSet>
      <dgm:spPr/>
    </dgm:pt>
    <dgm:pt modelId="{A8F0F0D6-D196-47B0-B3B9-FE0C8B09060F}" type="pres">
      <dgm:prSet presAssocID="{1220A0E9-90A2-47CF-9BD6-E10A849EF30D}" presName="hierChild2" presStyleCnt="0"/>
      <dgm:spPr/>
    </dgm:pt>
    <dgm:pt modelId="{65B5BD96-92E7-4F72-8183-2B2C0299CE71}" type="pres">
      <dgm:prSet presAssocID="{013B4AD1-5B14-4542-9BD5-F5DDB22CD9B0}" presName="Name10" presStyleLbl="parChTrans1D2" presStyleIdx="0" presStyleCnt="2"/>
      <dgm:spPr/>
    </dgm:pt>
    <dgm:pt modelId="{E3E2AF3C-A9A2-460F-BE7D-E94158153CE7}" type="pres">
      <dgm:prSet presAssocID="{37D90D18-7C6A-4CE2-ACE4-93433A2411BF}" presName="hierRoot2" presStyleCnt="0"/>
      <dgm:spPr/>
    </dgm:pt>
    <dgm:pt modelId="{23885663-0BD0-4658-A55E-B81D98D1CE44}" type="pres">
      <dgm:prSet presAssocID="{37D90D18-7C6A-4CE2-ACE4-93433A2411BF}" presName="composite2" presStyleCnt="0"/>
      <dgm:spPr/>
    </dgm:pt>
    <dgm:pt modelId="{66E2C737-8AAF-489F-91CC-1E67672FE27F}" type="pres">
      <dgm:prSet presAssocID="{37D90D18-7C6A-4CE2-ACE4-93433A2411BF}" presName="background2" presStyleLbl="node2" presStyleIdx="0" presStyleCnt="2"/>
      <dgm:spPr/>
    </dgm:pt>
    <dgm:pt modelId="{4ED52915-70A1-4081-8EE3-57601500654C}" type="pres">
      <dgm:prSet presAssocID="{37D90D18-7C6A-4CE2-ACE4-93433A2411BF}" presName="text2" presStyleLbl="fgAcc2" presStyleIdx="0" presStyleCnt="2">
        <dgm:presLayoutVars>
          <dgm:chPref val="3"/>
        </dgm:presLayoutVars>
      </dgm:prSet>
      <dgm:spPr/>
    </dgm:pt>
    <dgm:pt modelId="{53774C8A-D187-4FAF-B64F-CFB70A94E668}" type="pres">
      <dgm:prSet presAssocID="{37D90D18-7C6A-4CE2-ACE4-93433A2411BF}" presName="hierChild3" presStyleCnt="0"/>
      <dgm:spPr/>
    </dgm:pt>
    <dgm:pt modelId="{D6CA66F4-5FA7-4859-B70D-3CB7C32FCCBE}" type="pres">
      <dgm:prSet presAssocID="{AEE25EF2-34C1-4E01-A50A-865025581419}" presName="Name10" presStyleLbl="parChTrans1D2" presStyleIdx="1" presStyleCnt="2"/>
      <dgm:spPr/>
    </dgm:pt>
    <dgm:pt modelId="{D44BB4B1-4D8F-4CB2-AF0A-7501CE28FA29}" type="pres">
      <dgm:prSet presAssocID="{F4BF5D7D-846A-4274-8EB3-8BDD62CA503A}" presName="hierRoot2" presStyleCnt="0"/>
      <dgm:spPr/>
    </dgm:pt>
    <dgm:pt modelId="{B0912086-DFDA-48E6-A511-323D076D64FB}" type="pres">
      <dgm:prSet presAssocID="{F4BF5D7D-846A-4274-8EB3-8BDD62CA503A}" presName="composite2" presStyleCnt="0"/>
      <dgm:spPr/>
    </dgm:pt>
    <dgm:pt modelId="{CF92C797-F463-4991-A683-0253D23E1323}" type="pres">
      <dgm:prSet presAssocID="{F4BF5D7D-846A-4274-8EB3-8BDD62CA503A}" presName="background2" presStyleLbl="node2" presStyleIdx="1" presStyleCnt="2"/>
      <dgm:spPr/>
    </dgm:pt>
    <dgm:pt modelId="{ECD8DC03-0886-4FC1-A5AF-09064E199647}" type="pres">
      <dgm:prSet presAssocID="{F4BF5D7D-846A-4274-8EB3-8BDD62CA503A}" presName="text2" presStyleLbl="fgAcc2" presStyleIdx="1" presStyleCnt="2">
        <dgm:presLayoutVars>
          <dgm:chPref val="3"/>
        </dgm:presLayoutVars>
      </dgm:prSet>
      <dgm:spPr/>
    </dgm:pt>
    <dgm:pt modelId="{1EE63680-9A4F-429F-B397-109D284C177A}" type="pres">
      <dgm:prSet presAssocID="{F4BF5D7D-846A-4274-8EB3-8BDD62CA503A}" presName="hierChild3" presStyleCnt="0"/>
      <dgm:spPr/>
    </dgm:pt>
  </dgm:ptLst>
  <dgm:cxnLst>
    <dgm:cxn modelId="{73825004-C62C-4426-93D3-ED63AA0501EA}" type="presOf" srcId="{AEE25EF2-34C1-4E01-A50A-865025581419}" destId="{D6CA66F4-5FA7-4859-B70D-3CB7C32FCCBE}" srcOrd="0" destOrd="0" presId="urn:microsoft.com/office/officeart/2005/8/layout/hierarchy1"/>
    <dgm:cxn modelId="{E2EE546E-C3F8-4C05-913B-BCFD21B62E42}" srcId="{1220A0E9-90A2-47CF-9BD6-E10A849EF30D}" destId="{F4BF5D7D-846A-4274-8EB3-8BDD62CA503A}" srcOrd="1" destOrd="0" parTransId="{AEE25EF2-34C1-4E01-A50A-865025581419}" sibTransId="{2957BDA1-D26C-4958-BC60-C70ABEA9A005}"/>
    <dgm:cxn modelId="{A4EFCF7D-8D37-4F34-88D3-9F871B3417DA}" srcId="{E185A06F-63DF-4E1F-A610-FD2CBDA95C02}" destId="{1220A0E9-90A2-47CF-9BD6-E10A849EF30D}" srcOrd="0" destOrd="0" parTransId="{4BAE9708-A042-49DA-BDA2-2868AFC8C1CA}" sibTransId="{3E98666D-919E-488F-B13A-A27870C7A8B1}"/>
    <dgm:cxn modelId="{57829889-2532-4A7B-B391-6D80AEE0108A}" type="presOf" srcId="{E185A06F-63DF-4E1F-A610-FD2CBDA95C02}" destId="{217B9407-C0FD-451F-9803-7F4825359E90}" srcOrd="0" destOrd="0" presId="urn:microsoft.com/office/officeart/2005/8/layout/hierarchy1"/>
    <dgm:cxn modelId="{10AB4C8B-C41B-421A-91B1-AB2456094E24}" type="presOf" srcId="{013B4AD1-5B14-4542-9BD5-F5DDB22CD9B0}" destId="{65B5BD96-92E7-4F72-8183-2B2C0299CE71}" srcOrd="0" destOrd="0" presId="urn:microsoft.com/office/officeart/2005/8/layout/hierarchy1"/>
    <dgm:cxn modelId="{54DAE49A-D217-42BD-A3FA-0EEBD35DD4A7}" type="presOf" srcId="{37D90D18-7C6A-4CE2-ACE4-93433A2411BF}" destId="{4ED52915-70A1-4081-8EE3-57601500654C}" srcOrd="0" destOrd="0" presId="urn:microsoft.com/office/officeart/2005/8/layout/hierarchy1"/>
    <dgm:cxn modelId="{F3610FB9-1658-4D0D-8BC3-3B6BECD6A8D3}" type="presOf" srcId="{1220A0E9-90A2-47CF-9BD6-E10A849EF30D}" destId="{C6815150-AA5D-40B0-938C-78B74D54A764}" srcOrd="0" destOrd="0" presId="urn:microsoft.com/office/officeart/2005/8/layout/hierarchy1"/>
    <dgm:cxn modelId="{760A80D8-AC11-4631-AD9F-DF5057197A01}" type="presOf" srcId="{F4BF5D7D-846A-4274-8EB3-8BDD62CA503A}" destId="{ECD8DC03-0886-4FC1-A5AF-09064E199647}" srcOrd="0" destOrd="0" presId="urn:microsoft.com/office/officeart/2005/8/layout/hierarchy1"/>
    <dgm:cxn modelId="{D7DFD3E9-31F9-410C-B625-D611FF8F5586}" srcId="{1220A0E9-90A2-47CF-9BD6-E10A849EF30D}" destId="{37D90D18-7C6A-4CE2-ACE4-93433A2411BF}" srcOrd="0" destOrd="0" parTransId="{013B4AD1-5B14-4542-9BD5-F5DDB22CD9B0}" sibTransId="{C15DDF32-1A4A-4791-8A35-8063EB8C3A2B}"/>
    <dgm:cxn modelId="{AAB6C627-323A-412B-A403-444245A84DE9}" type="presParOf" srcId="{217B9407-C0FD-451F-9803-7F4825359E90}" destId="{BD744E1D-0F4E-4D52-9B02-29A70A405B23}" srcOrd="0" destOrd="0" presId="urn:microsoft.com/office/officeart/2005/8/layout/hierarchy1"/>
    <dgm:cxn modelId="{61D51445-F1DE-4F2E-91AB-25021DC169A9}" type="presParOf" srcId="{BD744E1D-0F4E-4D52-9B02-29A70A405B23}" destId="{04CF4E61-EA0D-4DEA-BAC1-6832604BAB99}" srcOrd="0" destOrd="0" presId="urn:microsoft.com/office/officeart/2005/8/layout/hierarchy1"/>
    <dgm:cxn modelId="{7A9CC041-D4FD-499A-A475-AB7352CC84B9}" type="presParOf" srcId="{04CF4E61-EA0D-4DEA-BAC1-6832604BAB99}" destId="{A651614B-7ED4-4D98-A6BE-C24ED4A734DE}" srcOrd="0" destOrd="0" presId="urn:microsoft.com/office/officeart/2005/8/layout/hierarchy1"/>
    <dgm:cxn modelId="{B618CE08-21D4-4499-90A6-F0BF8FCDA444}" type="presParOf" srcId="{04CF4E61-EA0D-4DEA-BAC1-6832604BAB99}" destId="{C6815150-AA5D-40B0-938C-78B74D54A764}" srcOrd="1" destOrd="0" presId="urn:microsoft.com/office/officeart/2005/8/layout/hierarchy1"/>
    <dgm:cxn modelId="{2373273B-18D2-44A1-85E5-F3AF77D34CFE}" type="presParOf" srcId="{BD744E1D-0F4E-4D52-9B02-29A70A405B23}" destId="{A8F0F0D6-D196-47B0-B3B9-FE0C8B09060F}" srcOrd="1" destOrd="0" presId="urn:microsoft.com/office/officeart/2005/8/layout/hierarchy1"/>
    <dgm:cxn modelId="{9977C974-67B0-4907-803A-600AA43AAB01}" type="presParOf" srcId="{A8F0F0D6-D196-47B0-B3B9-FE0C8B09060F}" destId="{65B5BD96-92E7-4F72-8183-2B2C0299CE71}" srcOrd="0" destOrd="0" presId="urn:microsoft.com/office/officeart/2005/8/layout/hierarchy1"/>
    <dgm:cxn modelId="{52C6FD6B-84E1-426B-A4AC-0887A83C6D50}" type="presParOf" srcId="{A8F0F0D6-D196-47B0-B3B9-FE0C8B09060F}" destId="{E3E2AF3C-A9A2-460F-BE7D-E94158153CE7}" srcOrd="1" destOrd="0" presId="urn:microsoft.com/office/officeart/2005/8/layout/hierarchy1"/>
    <dgm:cxn modelId="{FFFFA87F-34F7-4523-A782-2C169305863A}" type="presParOf" srcId="{E3E2AF3C-A9A2-460F-BE7D-E94158153CE7}" destId="{23885663-0BD0-4658-A55E-B81D98D1CE44}" srcOrd="0" destOrd="0" presId="urn:microsoft.com/office/officeart/2005/8/layout/hierarchy1"/>
    <dgm:cxn modelId="{039E50EE-95E4-4F58-A51F-F9089B2BA062}" type="presParOf" srcId="{23885663-0BD0-4658-A55E-B81D98D1CE44}" destId="{66E2C737-8AAF-489F-91CC-1E67672FE27F}" srcOrd="0" destOrd="0" presId="urn:microsoft.com/office/officeart/2005/8/layout/hierarchy1"/>
    <dgm:cxn modelId="{D5C3A6EB-C937-4E10-91F1-EB5B8C7C9573}" type="presParOf" srcId="{23885663-0BD0-4658-A55E-B81D98D1CE44}" destId="{4ED52915-70A1-4081-8EE3-57601500654C}" srcOrd="1" destOrd="0" presId="urn:microsoft.com/office/officeart/2005/8/layout/hierarchy1"/>
    <dgm:cxn modelId="{39EA3A29-54AA-4D6C-B39E-A9814E5C750B}" type="presParOf" srcId="{E3E2AF3C-A9A2-460F-BE7D-E94158153CE7}" destId="{53774C8A-D187-4FAF-B64F-CFB70A94E668}" srcOrd="1" destOrd="0" presId="urn:microsoft.com/office/officeart/2005/8/layout/hierarchy1"/>
    <dgm:cxn modelId="{00B0BB0D-64AC-4B51-9DB2-ACFFABCBCB58}" type="presParOf" srcId="{A8F0F0D6-D196-47B0-B3B9-FE0C8B09060F}" destId="{D6CA66F4-5FA7-4859-B70D-3CB7C32FCCBE}" srcOrd="2" destOrd="0" presId="urn:microsoft.com/office/officeart/2005/8/layout/hierarchy1"/>
    <dgm:cxn modelId="{2D660BD7-F2CB-4F32-9630-6399B7C2645E}" type="presParOf" srcId="{A8F0F0D6-D196-47B0-B3B9-FE0C8B09060F}" destId="{D44BB4B1-4D8F-4CB2-AF0A-7501CE28FA29}" srcOrd="3" destOrd="0" presId="urn:microsoft.com/office/officeart/2005/8/layout/hierarchy1"/>
    <dgm:cxn modelId="{471BDB6B-9240-4479-8245-7E864C5B76E6}" type="presParOf" srcId="{D44BB4B1-4D8F-4CB2-AF0A-7501CE28FA29}" destId="{B0912086-DFDA-48E6-A511-323D076D64FB}" srcOrd="0" destOrd="0" presId="urn:microsoft.com/office/officeart/2005/8/layout/hierarchy1"/>
    <dgm:cxn modelId="{C7531007-238D-49F7-9CBE-E2D2AB363FF6}" type="presParOf" srcId="{B0912086-DFDA-48E6-A511-323D076D64FB}" destId="{CF92C797-F463-4991-A683-0253D23E1323}" srcOrd="0" destOrd="0" presId="urn:microsoft.com/office/officeart/2005/8/layout/hierarchy1"/>
    <dgm:cxn modelId="{201C222F-C67D-4C74-A4D6-A8BC47F88322}" type="presParOf" srcId="{B0912086-DFDA-48E6-A511-323D076D64FB}" destId="{ECD8DC03-0886-4FC1-A5AF-09064E199647}" srcOrd="1" destOrd="0" presId="urn:microsoft.com/office/officeart/2005/8/layout/hierarchy1"/>
    <dgm:cxn modelId="{99E45454-AE00-4354-9553-E0C629BAE2E2}" type="presParOf" srcId="{D44BB4B1-4D8F-4CB2-AF0A-7501CE28FA29}" destId="{1EE63680-9A4F-429F-B397-109D284C17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D016189-889C-4E7F-88F0-6AD69F6827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189AEE6-05F7-462D-840E-374DB565FC26}">
      <dgm:prSet/>
      <dgm:spPr/>
      <dgm:t>
        <a:bodyPr/>
        <a:lstStyle/>
        <a:p>
          <a:r>
            <a:rPr lang="en-US" dirty="0" err="1"/>
            <a:t>Groupby</a:t>
          </a:r>
          <a:endParaRPr lang="en-US" dirty="0"/>
        </a:p>
      </dgm:t>
    </dgm:pt>
    <dgm:pt modelId="{E7C75302-D2D4-4733-A46D-4C90923F4BA8}" type="parTrans" cxnId="{8225F764-5B07-463E-B495-D82A09107DAB}">
      <dgm:prSet/>
      <dgm:spPr/>
      <dgm:t>
        <a:bodyPr/>
        <a:lstStyle/>
        <a:p>
          <a:endParaRPr lang="en-US"/>
        </a:p>
      </dgm:t>
    </dgm:pt>
    <dgm:pt modelId="{16103D9D-E3AB-40BD-890B-90A9406B3A11}" type="sibTrans" cxnId="{8225F764-5B07-463E-B495-D82A09107DAB}">
      <dgm:prSet/>
      <dgm:spPr/>
      <dgm:t>
        <a:bodyPr/>
        <a:lstStyle/>
        <a:p>
          <a:endParaRPr lang="en-US"/>
        </a:p>
      </dgm:t>
    </dgm:pt>
    <dgm:pt modelId="{5D42DFBA-D43C-458B-8870-D7F4B9611E55}">
      <dgm:prSet/>
      <dgm:spPr/>
      <dgm:t>
        <a:bodyPr/>
        <a:lstStyle/>
        <a:p>
          <a:r>
            <a:rPr lang="en-US"/>
            <a:t>Merge</a:t>
          </a:r>
        </a:p>
      </dgm:t>
    </dgm:pt>
    <dgm:pt modelId="{7E07FAC1-EB89-4EFF-B601-5D3BD452826D}" type="parTrans" cxnId="{762AE7EC-DD60-4BC8-9477-5A6AF56ADB2E}">
      <dgm:prSet/>
      <dgm:spPr/>
      <dgm:t>
        <a:bodyPr/>
        <a:lstStyle/>
        <a:p>
          <a:endParaRPr lang="en-US"/>
        </a:p>
      </dgm:t>
    </dgm:pt>
    <dgm:pt modelId="{4D43C06E-8703-420C-ABCB-BCD5AB645B16}" type="sibTrans" cxnId="{762AE7EC-DD60-4BC8-9477-5A6AF56ADB2E}">
      <dgm:prSet/>
      <dgm:spPr/>
      <dgm:t>
        <a:bodyPr/>
        <a:lstStyle/>
        <a:p>
          <a:endParaRPr lang="en-US"/>
        </a:p>
      </dgm:t>
    </dgm:pt>
    <dgm:pt modelId="{42CD1E89-DA3A-4E5A-B12B-1FD186B8C347}">
      <dgm:prSet/>
      <dgm:spPr/>
      <dgm:t>
        <a:bodyPr/>
        <a:lstStyle/>
        <a:p>
          <a:r>
            <a:rPr lang="en-US"/>
            <a:t>Sort</a:t>
          </a:r>
        </a:p>
      </dgm:t>
    </dgm:pt>
    <dgm:pt modelId="{D613F9B6-D88F-43B2-8B43-2076E8932A69}" type="parTrans" cxnId="{1F413445-EC01-43F9-80AE-12AECB30DAD5}">
      <dgm:prSet/>
      <dgm:spPr/>
      <dgm:t>
        <a:bodyPr/>
        <a:lstStyle/>
        <a:p>
          <a:endParaRPr lang="en-US"/>
        </a:p>
      </dgm:t>
    </dgm:pt>
    <dgm:pt modelId="{E2005600-DE69-4507-82F8-C6B37A1F45AC}" type="sibTrans" cxnId="{1F413445-EC01-43F9-80AE-12AECB30DAD5}">
      <dgm:prSet/>
      <dgm:spPr/>
      <dgm:t>
        <a:bodyPr/>
        <a:lstStyle/>
        <a:p>
          <a:endParaRPr lang="en-US"/>
        </a:p>
      </dgm:t>
    </dgm:pt>
    <dgm:pt modelId="{72EC3DC6-C7D6-4BD1-ADA3-8BD6FBEB649C}">
      <dgm:prSet/>
      <dgm:spPr/>
      <dgm:t>
        <a:bodyPr/>
        <a:lstStyle/>
        <a:p>
          <a:r>
            <a:rPr lang="en-US"/>
            <a:t>Pivot</a:t>
          </a:r>
        </a:p>
      </dgm:t>
    </dgm:pt>
    <dgm:pt modelId="{5C21F314-35AF-4422-A972-CD2A0D067C0B}" type="parTrans" cxnId="{7AF5568C-72A7-497F-9F01-F99C4B838A95}">
      <dgm:prSet/>
      <dgm:spPr/>
      <dgm:t>
        <a:bodyPr/>
        <a:lstStyle/>
        <a:p>
          <a:endParaRPr lang="en-US"/>
        </a:p>
      </dgm:t>
    </dgm:pt>
    <dgm:pt modelId="{0BDBC510-08C1-47BC-90B6-A6C79104622A}" type="sibTrans" cxnId="{7AF5568C-72A7-497F-9F01-F99C4B838A95}">
      <dgm:prSet/>
      <dgm:spPr/>
      <dgm:t>
        <a:bodyPr/>
        <a:lstStyle/>
        <a:p>
          <a:endParaRPr lang="en-US"/>
        </a:p>
      </dgm:t>
    </dgm:pt>
    <dgm:pt modelId="{340B317A-DB59-4A32-8838-AA73B9C132EE}" type="pres">
      <dgm:prSet presAssocID="{4D016189-889C-4E7F-88F0-6AD69F6827A6}" presName="linear" presStyleCnt="0">
        <dgm:presLayoutVars>
          <dgm:animLvl val="lvl"/>
          <dgm:resizeHandles val="exact"/>
        </dgm:presLayoutVars>
      </dgm:prSet>
      <dgm:spPr/>
    </dgm:pt>
    <dgm:pt modelId="{F2C3ADC6-7098-4117-BDAA-9E5268ACA440}" type="pres">
      <dgm:prSet presAssocID="{9189AEE6-05F7-462D-840E-374DB565FC2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E5565A8-E85A-43F8-8B92-B123518F89DA}" type="pres">
      <dgm:prSet presAssocID="{16103D9D-E3AB-40BD-890B-90A9406B3A11}" presName="spacer" presStyleCnt="0"/>
      <dgm:spPr/>
    </dgm:pt>
    <dgm:pt modelId="{067E6CDE-BCEE-4B50-A301-FEC7D2A0F710}" type="pres">
      <dgm:prSet presAssocID="{5D42DFBA-D43C-458B-8870-D7F4B9611E5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2374260-E552-456D-8F38-90D71E4D3C09}" type="pres">
      <dgm:prSet presAssocID="{4D43C06E-8703-420C-ABCB-BCD5AB645B16}" presName="spacer" presStyleCnt="0"/>
      <dgm:spPr/>
    </dgm:pt>
    <dgm:pt modelId="{638E4AE4-62C3-4DE1-89EE-D80C8881A067}" type="pres">
      <dgm:prSet presAssocID="{42CD1E89-DA3A-4E5A-B12B-1FD186B8C34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6ADDE5-8BA0-4677-95CA-A436366DD712}" type="pres">
      <dgm:prSet presAssocID="{E2005600-DE69-4507-82F8-C6B37A1F45AC}" presName="spacer" presStyleCnt="0"/>
      <dgm:spPr/>
    </dgm:pt>
    <dgm:pt modelId="{716B0D45-1FC6-437A-AD4A-37CCDF54805E}" type="pres">
      <dgm:prSet presAssocID="{72EC3DC6-C7D6-4BD1-ADA3-8BD6FBEB649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078B013-690F-448A-921B-F7CA1D0210D6}" type="presOf" srcId="{72EC3DC6-C7D6-4BD1-ADA3-8BD6FBEB649C}" destId="{716B0D45-1FC6-437A-AD4A-37CCDF54805E}" srcOrd="0" destOrd="0" presId="urn:microsoft.com/office/officeart/2005/8/layout/vList2"/>
    <dgm:cxn modelId="{8225F764-5B07-463E-B495-D82A09107DAB}" srcId="{4D016189-889C-4E7F-88F0-6AD69F6827A6}" destId="{9189AEE6-05F7-462D-840E-374DB565FC26}" srcOrd="0" destOrd="0" parTransId="{E7C75302-D2D4-4733-A46D-4C90923F4BA8}" sibTransId="{16103D9D-E3AB-40BD-890B-90A9406B3A11}"/>
    <dgm:cxn modelId="{2BD63245-A713-4B0E-99CD-4429035E4BE4}" type="presOf" srcId="{5D42DFBA-D43C-458B-8870-D7F4B9611E55}" destId="{067E6CDE-BCEE-4B50-A301-FEC7D2A0F710}" srcOrd="0" destOrd="0" presId="urn:microsoft.com/office/officeart/2005/8/layout/vList2"/>
    <dgm:cxn modelId="{1F413445-EC01-43F9-80AE-12AECB30DAD5}" srcId="{4D016189-889C-4E7F-88F0-6AD69F6827A6}" destId="{42CD1E89-DA3A-4E5A-B12B-1FD186B8C347}" srcOrd="2" destOrd="0" parTransId="{D613F9B6-D88F-43B2-8B43-2076E8932A69}" sibTransId="{E2005600-DE69-4507-82F8-C6B37A1F45AC}"/>
    <dgm:cxn modelId="{7AF5568C-72A7-497F-9F01-F99C4B838A95}" srcId="{4D016189-889C-4E7F-88F0-6AD69F6827A6}" destId="{72EC3DC6-C7D6-4BD1-ADA3-8BD6FBEB649C}" srcOrd="3" destOrd="0" parTransId="{5C21F314-35AF-4422-A972-CD2A0D067C0B}" sibTransId="{0BDBC510-08C1-47BC-90B6-A6C79104622A}"/>
    <dgm:cxn modelId="{2F584B95-0787-4F88-A179-AF69CE6D49B3}" type="presOf" srcId="{4D016189-889C-4E7F-88F0-6AD69F6827A6}" destId="{340B317A-DB59-4A32-8838-AA73B9C132EE}" srcOrd="0" destOrd="0" presId="urn:microsoft.com/office/officeart/2005/8/layout/vList2"/>
    <dgm:cxn modelId="{762AE7EC-DD60-4BC8-9477-5A6AF56ADB2E}" srcId="{4D016189-889C-4E7F-88F0-6AD69F6827A6}" destId="{5D42DFBA-D43C-458B-8870-D7F4B9611E55}" srcOrd="1" destOrd="0" parTransId="{7E07FAC1-EB89-4EFF-B601-5D3BD452826D}" sibTransId="{4D43C06E-8703-420C-ABCB-BCD5AB645B16}"/>
    <dgm:cxn modelId="{8E35F4F0-67FC-4975-A300-B3841C026E59}" type="presOf" srcId="{42CD1E89-DA3A-4E5A-B12B-1FD186B8C347}" destId="{638E4AE4-62C3-4DE1-89EE-D80C8881A067}" srcOrd="0" destOrd="0" presId="urn:microsoft.com/office/officeart/2005/8/layout/vList2"/>
    <dgm:cxn modelId="{ECA8C1F4-D427-4D41-9631-8EF84E9458E5}" type="presOf" srcId="{9189AEE6-05F7-462D-840E-374DB565FC26}" destId="{F2C3ADC6-7098-4117-BDAA-9E5268ACA440}" srcOrd="0" destOrd="0" presId="urn:microsoft.com/office/officeart/2005/8/layout/vList2"/>
    <dgm:cxn modelId="{C9B96C7F-AA23-4528-8FD4-BACDD54486C2}" type="presParOf" srcId="{340B317A-DB59-4A32-8838-AA73B9C132EE}" destId="{F2C3ADC6-7098-4117-BDAA-9E5268ACA440}" srcOrd="0" destOrd="0" presId="urn:microsoft.com/office/officeart/2005/8/layout/vList2"/>
    <dgm:cxn modelId="{488223B0-F84E-4FB7-AE24-53BFE0837F81}" type="presParOf" srcId="{340B317A-DB59-4A32-8838-AA73B9C132EE}" destId="{4E5565A8-E85A-43F8-8B92-B123518F89DA}" srcOrd="1" destOrd="0" presId="urn:microsoft.com/office/officeart/2005/8/layout/vList2"/>
    <dgm:cxn modelId="{A7419C09-6CC6-4ACE-8D5F-E8A1BEB40E6B}" type="presParOf" srcId="{340B317A-DB59-4A32-8838-AA73B9C132EE}" destId="{067E6CDE-BCEE-4B50-A301-FEC7D2A0F710}" srcOrd="2" destOrd="0" presId="urn:microsoft.com/office/officeart/2005/8/layout/vList2"/>
    <dgm:cxn modelId="{DF13BBEA-6AD3-4C80-B99D-8A1842E34DAC}" type="presParOf" srcId="{340B317A-DB59-4A32-8838-AA73B9C132EE}" destId="{F2374260-E552-456D-8F38-90D71E4D3C09}" srcOrd="3" destOrd="0" presId="urn:microsoft.com/office/officeart/2005/8/layout/vList2"/>
    <dgm:cxn modelId="{76D70AB7-7E26-41A1-8032-835C9D6C5CEB}" type="presParOf" srcId="{340B317A-DB59-4A32-8838-AA73B9C132EE}" destId="{638E4AE4-62C3-4DE1-89EE-D80C8881A067}" srcOrd="4" destOrd="0" presId="urn:microsoft.com/office/officeart/2005/8/layout/vList2"/>
    <dgm:cxn modelId="{ECB50C19-2E63-4181-A3A4-139DBE5E6C6F}" type="presParOf" srcId="{340B317A-DB59-4A32-8838-AA73B9C132EE}" destId="{556ADDE5-8BA0-4677-95CA-A436366DD712}" srcOrd="5" destOrd="0" presId="urn:microsoft.com/office/officeart/2005/8/layout/vList2"/>
    <dgm:cxn modelId="{3E56946C-1E91-4EFE-9E8A-76334D542740}" type="presParOf" srcId="{340B317A-DB59-4A32-8838-AA73B9C132EE}" destId="{716B0D45-1FC6-437A-AD4A-37CCDF54805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105C117-EEC1-485D-8822-69D730955EA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EF8C8F2-C278-4A20-90A3-11B147ED1869}">
      <dgm:prSet/>
      <dgm:spPr/>
      <dgm:t>
        <a:bodyPr/>
        <a:lstStyle/>
        <a:p>
          <a:r>
            <a:rPr lang="en-US"/>
            <a:t>Encoding</a:t>
          </a:r>
        </a:p>
      </dgm:t>
    </dgm:pt>
    <dgm:pt modelId="{2E0F9A87-0B5B-47AD-B2BD-F1950DA821FA}" type="parTrans" cxnId="{80F74B5C-611A-491E-A075-6B4D86D541D2}">
      <dgm:prSet/>
      <dgm:spPr/>
      <dgm:t>
        <a:bodyPr/>
        <a:lstStyle/>
        <a:p>
          <a:endParaRPr lang="en-US"/>
        </a:p>
      </dgm:t>
    </dgm:pt>
    <dgm:pt modelId="{DC69CF44-080E-4B9C-8DAF-C114A5757163}" type="sibTrans" cxnId="{80F74B5C-611A-491E-A075-6B4D86D541D2}">
      <dgm:prSet/>
      <dgm:spPr/>
      <dgm:t>
        <a:bodyPr/>
        <a:lstStyle/>
        <a:p>
          <a:endParaRPr lang="en-US"/>
        </a:p>
      </dgm:t>
    </dgm:pt>
    <dgm:pt modelId="{D06B610D-6084-41AF-AB65-62BBCC722A2C}">
      <dgm:prSet/>
      <dgm:spPr/>
      <dgm:t>
        <a:bodyPr/>
        <a:lstStyle/>
        <a:p>
          <a:r>
            <a:rPr lang="en-US"/>
            <a:t>Scaling</a:t>
          </a:r>
        </a:p>
      </dgm:t>
    </dgm:pt>
    <dgm:pt modelId="{4325184A-40F7-4B13-A729-79C38599460F}" type="parTrans" cxnId="{6C37C957-868A-4411-9BEB-55AB66BB4F4D}">
      <dgm:prSet/>
      <dgm:spPr/>
      <dgm:t>
        <a:bodyPr/>
        <a:lstStyle/>
        <a:p>
          <a:endParaRPr lang="en-US"/>
        </a:p>
      </dgm:t>
    </dgm:pt>
    <dgm:pt modelId="{2AC7AD25-C3D8-47C7-9F73-2C0F5F79883C}" type="sibTrans" cxnId="{6C37C957-868A-4411-9BEB-55AB66BB4F4D}">
      <dgm:prSet/>
      <dgm:spPr/>
      <dgm:t>
        <a:bodyPr/>
        <a:lstStyle/>
        <a:p>
          <a:endParaRPr lang="en-US"/>
        </a:p>
      </dgm:t>
    </dgm:pt>
    <dgm:pt modelId="{789BC65D-CE4C-4C9D-9778-FD81E8F6B2B6}">
      <dgm:prSet/>
      <dgm:spPr/>
      <dgm:t>
        <a:bodyPr/>
        <a:lstStyle/>
        <a:p>
          <a:r>
            <a:rPr lang="en-US"/>
            <a:t>Date features</a:t>
          </a:r>
        </a:p>
      </dgm:t>
    </dgm:pt>
    <dgm:pt modelId="{5DF07608-A6D1-48AD-AA44-5C96911BF03D}" type="parTrans" cxnId="{E20463C0-2A72-4980-AA36-F24CF9C0102E}">
      <dgm:prSet/>
      <dgm:spPr/>
      <dgm:t>
        <a:bodyPr/>
        <a:lstStyle/>
        <a:p>
          <a:endParaRPr lang="en-US"/>
        </a:p>
      </dgm:t>
    </dgm:pt>
    <dgm:pt modelId="{C886CD87-7422-4AE4-A17A-2EAAA2A464FE}" type="sibTrans" cxnId="{E20463C0-2A72-4980-AA36-F24CF9C0102E}">
      <dgm:prSet/>
      <dgm:spPr/>
      <dgm:t>
        <a:bodyPr/>
        <a:lstStyle/>
        <a:p>
          <a:endParaRPr lang="en-US"/>
        </a:p>
      </dgm:t>
    </dgm:pt>
    <dgm:pt modelId="{466095A8-0E5D-4261-8E4E-52EC02FD6B25}" type="pres">
      <dgm:prSet presAssocID="{B105C117-EEC1-485D-8822-69D730955EA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A4C6BE-BCBD-46A0-A016-201B0F514F3D}" type="pres">
      <dgm:prSet presAssocID="{0EF8C8F2-C278-4A20-90A3-11B147ED1869}" presName="hierRoot1" presStyleCnt="0"/>
      <dgm:spPr/>
    </dgm:pt>
    <dgm:pt modelId="{8C6F6851-1123-49A6-A8A3-9F675D58FFC8}" type="pres">
      <dgm:prSet presAssocID="{0EF8C8F2-C278-4A20-90A3-11B147ED1869}" presName="composite" presStyleCnt="0"/>
      <dgm:spPr/>
    </dgm:pt>
    <dgm:pt modelId="{A12E6D5F-3773-466C-8338-C475F02C74FC}" type="pres">
      <dgm:prSet presAssocID="{0EF8C8F2-C278-4A20-90A3-11B147ED1869}" presName="background" presStyleLbl="node0" presStyleIdx="0" presStyleCnt="3"/>
      <dgm:spPr/>
    </dgm:pt>
    <dgm:pt modelId="{5C66F345-8D83-4A9D-83A6-0CDD3A2D1E00}" type="pres">
      <dgm:prSet presAssocID="{0EF8C8F2-C278-4A20-90A3-11B147ED1869}" presName="text" presStyleLbl="fgAcc0" presStyleIdx="0" presStyleCnt="3">
        <dgm:presLayoutVars>
          <dgm:chPref val="3"/>
        </dgm:presLayoutVars>
      </dgm:prSet>
      <dgm:spPr/>
    </dgm:pt>
    <dgm:pt modelId="{8059D099-B34D-479E-AD82-CABE919EF40F}" type="pres">
      <dgm:prSet presAssocID="{0EF8C8F2-C278-4A20-90A3-11B147ED1869}" presName="hierChild2" presStyleCnt="0"/>
      <dgm:spPr/>
    </dgm:pt>
    <dgm:pt modelId="{0B432112-343A-4BD2-8035-29C45C918B2E}" type="pres">
      <dgm:prSet presAssocID="{D06B610D-6084-41AF-AB65-62BBCC722A2C}" presName="hierRoot1" presStyleCnt="0"/>
      <dgm:spPr/>
    </dgm:pt>
    <dgm:pt modelId="{1F539A68-E03A-434D-93FE-AEF3F41D7644}" type="pres">
      <dgm:prSet presAssocID="{D06B610D-6084-41AF-AB65-62BBCC722A2C}" presName="composite" presStyleCnt="0"/>
      <dgm:spPr/>
    </dgm:pt>
    <dgm:pt modelId="{A4C20AB2-2DA1-437A-9480-79BAB0C2D45A}" type="pres">
      <dgm:prSet presAssocID="{D06B610D-6084-41AF-AB65-62BBCC722A2C}" presName="background" presStyleLbl="node0" presStyleIdx="1" presStyleCnt="3"/>
      <dgm:spPr/>
    </dgm:pt>
    <dgm:pt modelId="{DD39BA1D-AA51-489E-8744-8EEE75A40127}" type="pres">
      <dgm:prSet presAssocID="{D06B610D-6084-41AF-AB65-62BBCC722A2C}" presName="text" presStyleLbl="fgAcc0" presStyleIdx="1" presStyleCnt="3">
        <dgm:presLayoutVars>
          <dgm:chPref val="3"/>
        </dgm:presLayoutVars>
      </dgm:prSet>
      <dgm:spPr/>
    </dgm:pt>
    <dgm:pt modelId="{3E44A9DF-844E-487A-A413-A6D8D68480A5}" type="pres">
      <dgm:prSet presAssocID="{D06B610D-6084-41AF-AB65-62BBCC722A2C}" presName="hierChild2" presStyleCnt="0"/>
      <dgm:spPr/>
    </dgm:pt>
    <dgm:pt modelId="{0DB5841E-BC15-40B5-ACBA-412619E59473}" type="pres">
      <dgm:prSet presAssocID="{789BC65D-CE4C-4C9D-9778-FD81E8F6B2B6}" presName="hierRoot1" presStyleCnt="0"/>
      <dgm:spPr/>
    </dgm:pt>
    <dgm:pt modelId="{A126BC78-88C1-428A-B1BE-C2F872B3BE41}" type="pres">
      <dgm:prSet presAssocID="{789BC65D-CE4C-4C9D-9778-FD81E8F6B2B6}" presName="composite" presStyleCnt="0"/>
      <dgm:spPr/>
    </dgm:pt>
    <dgm:pt modelId="{60BA5D42-D5F2-426F-AB5A-AAF5616D439C}" type="pres">
      <dgm:prSet presAssocID="{789BC65D-CE4C-4C9D-9778-FD81E8F6B2B6}" presName="background" presStyleLbl="node0" presStyleIdx="2" presStyleCnt="3"/>
      <dgm:spPr/>
    </dgm:pt>
    <dgm:pt modelId="{DD5083CB-7526-4B7D-BC8A-1D982F5B0348}" type="pres">
      <dgm:prSet presAssocID="{789BC65D-CE4C-4C9D-9778-FD81E8F6B2B6}" presName="text" presStyleLbl="fgAcc0" presStyleIdx="2" presStyleCnt="3">
        <dgm:presLayoutVars>
          <dgm:chPref val="3"/>
        </dgm:presLayoutVars>
      </dgm:prSet>
      <dgm:spPr/>
    </dgm:pt>
    <dgm:pt modelId="{45C99903-6FD1-439C-B3B4-50CDBDC3726E}" type="pres">
      <dgm:prSet presAssocID="{789BC65D-CE4C-4C9D-9778-FD81E8F6B2B6}" presName="hierChild2" presStyleCnt="0"/>
      <dgm:spPr/>
    </dgm:pt>
  </dgm:ptLst>
  <dgm:cxnLst>
    <dgm:cxn modelId="{80F74B5C-611A-491E-A075-6B4D86D541D2}" srcId="{B105C117-EEC1-485D-8822-69D730955EA1}" destId="{0EF8C8F2-C278-4A20-90A3-11B147ED1869}" srcOrd="0" destOrd="0" parTransId="{2E0F9A87-0B5B-47AD-B2BD-F1950DA821FA}" sibTransId="{DC69CF44-080E-4B9C-8DAF-C114A5757163}"/>
    <dgm:cxn modelId="{6C37C957-868A-4411-9BEB-55AB66BB4F4D}" srcId="{B105C117-EEC1-485D-8822-69D730955EA1}" destId="{D06B610D-6084-41AF-AB65-62BBCC722A2C}" srcOrd="1" destOrd="0" parTransId="{4325184A-40F7-4B13-A729-79C38599460F}" sibTransId="{2AC7AD25-C3D8-47C7-9F73-2C0F5F79883C}"/>
    <dgm:cxn modelId="{99FAFD81-10A3-482B-A534-9CC165C9B309}" type="presOf" srcId="{789BC65D-CE4C-4C9D-9778-FD81E8F6B2B6}" destId="{DD5083CB-7526-4B7D-BC8A-1D982F5B0348}" srcOrd="0" destOrd="0" presId="urn:microsoft.com/office/officeart/2005/8/layout/hierarchy1"/>
    <dgm:cxn modelId="{2CBB988F-DE8B-49FF-9BBB-886C3F473B24}" type="presOf" srcId="{0EF8C8F2-C278-4A20-90A3-11B147ED1869}" destId="{5C66F345-8D83-4A9D-83A6-0CDD3A2D1E00}" srcOrd="0" destOrd="0" presId="urn:microsoft.com/office/officeart/2005/8/layout/hierarchy1"/>
    <dgm:cxn modelId="{C84805AA-51A6-4B93-9636-BB5C7D058A87}" type="presOf" srcId="{B105C117-EEC1-485D-8822-69D730955EA1}" destId="{466095A8-0E5D-4261-8E4E-52EC02FD6B25}" srcOrd="0" destOrd="0" presId="urn:microsoft.com/office/officeart/2005/8/layout/hierarchy1"/>
    <dgm:cxn modelId="{E20463C0-2A72-4980-AA36-F24CF9C0102E}" srcId="{B105C117-EEC1-485D-8822-69D730955EA1}" destId="{789BC65D-CE4C-4C9D-9778-FD81E8F6B2B6}" srcOrd="2" destOrd="0" parTransId="{5DF07608-A6D1-48AD-AA44-5C96911BF03D}" sibTransId="{C886CD87-7422-4AE4-A17A-2EAAA2A464FE}"/>
    <dgm:cxn modelId="{B1293AC7-861D-4D9E-8AEB-F983B345C5BA}" type="presOf" srcId="{D06B610D-6084-41AF-AB65-62BBCC722A2C}" destId="{DD39BA1D-AA51-489E-8744-8EEE75A40127}" srcOrd="0" destOrd="0" presId="urn:microsoft.com/office/officeart/2005/8/layout/hierarchy1"/>
    <dgm:cxn modelId="{E3993FDE-242A-4248-9821-2FDC15E4E05E}" type="presParOf" srcId="{466095A8-0E5D-4261-8E4E-52EC02FD6B25}" destId="{D9A4C6BE-BCBD-46A0-A016-201B0F514F3D}" srcOrd="0" destOrd="0" presId="urn:microsoft.com/office/officeart/2005/8/layout/hierarchy1"/>
    <dgm:cxn modelId="{BEECF339-ECE6-43F5-99A2-5B918C01E148}" type="presParOf" srcId="{D9A4C6BE-BCBD-46A0-A016-201B0F514F3D}" destId="{8C6F6851-1123-49A6-A8A3-9F675D58FFC8}" srcOrd="0" destOrd="0" presId="urn:microsoft.com/office/officeart/2005/8/layout/hierarchy1"/>
    <dgm:cxn modelId="{4F908D86-5E2B-46E4-8487-999BBB6FCCBC}" type="presParOf" srcId="{8C6F6851-1123-49A6-A8A3-9F675D58FFC8}" destId="{A12E6D5F-3773-466C-8338-C475F02C74FC}" srcOrd="0" destOrd="0" presId="urn:microsoft.com/office/officeart/2005/8/layout/hierarchy1"/>
    <dgm:cxn modelId="{1A3A9FAC-9CC9-4B10-A1F2-9215308596DC}" type="presParOf" srcId="{8C6F6851-1123-49A6-A8A3-9F675D58FFC8}" destId="{5C66F345-8D83-4A9D-83A6-0CDD3A2D1E00}" srcOrd="1" destOrd="0" presId="urn:microsoft.com/office/officeart/2005/8/layout/hierarchy1"/>
    <dgm:cxn modelId="{84E4A030-714D-4F30-A6FC-204FF39558FD}" type="presParOf" srcId="{D9A4C6BE-BCBD-46A0-A016-201B0F514F3D}" destId="{8059D099-B34D-479E-AD82-CABE919EF40F}" srcOrd="1" destOrd="0" presId="urn:microsoft.com/office/officeart/2005/8/layout/hierarchy1"/>
    <dgm:cxn modelId="{4323ABE3-5D67-4BFA-9991-BA72AADDDA86}" type="presParOf" srcId="{466095A8-0E5D-4261-8E4E-52EC02FD6B25}" destId="{0B432112-343A-4BD2-8035-29C45C918B2E}" srcOrd="1" destOrd="0" presId="urn:microsoft.com/office/officeart/2005/8/layout/hierarchy1"/>
    <dgm:cxn modelId="{1F218CAB-3922-48A4-9BF0-74254243335C}" type="presParOf" srcId="{0B432112-343A-4BD2-8035-29C45C918B2E}" destId="{1F539A68-E03A-434D-93FE-AEF3F41D7644}" srcOrd="0" destOrd="0" presId="urn:microsoft.com/office/officeart/2005/8/layout/hierarchy1"/>
    <dgm:cxn modelId="{7D69D6C9-892F-4BAD-BE7D-3E37E7677E8F}" type="presParOf" srcId="{1F539A68-E03A-434D-93FE-AEF3F41D7644}" destId="{A4C20AB2-2DA1-437A-9480-79BAB0C2D45A}" srcOrd="0" destOrd="0" presId="urn:microsoft.com/office/officeart/2005/8/layout/hierarchy1"/>
    <dgm:cxn modelId="{41D07A45-3CA1-4F6F-AD1D-C4FAEB67E93A}" type="presParOf" srcId="{1F539A68-E03A-434D-93FE-AEF3F41D7644}" destId="{DD39BA1D-AA51-489E-8744-8EEE75A40127}" srcOrd="1" destOrd="0" presId="urn:microsoft.com/office/officeart/2005/8/layout/hierarchy1"/>
    <dgm:cxn modelId="{BA802156-6A4D-4A3A-BBC5-3C97127EB31E}" type="presParOf" srcId="{0B432112-343A-4BD2-8035-29C45C918B2E}" destId="{3E44A9DF-844E-487A-A413-A6D8D68480A5}" srcOrd="1" destOrd="0" presId="urn:microsoft.com/office/officeart/2005/8/layout/hierarchy1"/>
    <dgm:cxn modelId="{C2A719F1-F613-40B0-A406-C94A98B81D5A}" type="presParOf" srcId="{466095A8-0E5D-4261-8E4E-52EC02FD6B25}" destId="{0DB5841E-BC15-40B5-ACBA-412619E59473}" srcOrd="2" destOrd="0" presId="urn:microsoft.com/office/officeart/2005/8/layout/hierarchy1"/>
    <dgm:cxn modelId="{A90BC4FD-37B6-430B-82BF-CDD1794CFD93}" type="presParOf" srcId="{0DB5841E-BC15-40B5-ACBA-412619E59473}" destId="{A126BC78-88C1-428A-B1BE-C2F872B3BE41}" srcOrd="0" destOrd="0" presId="urn:microsoft.com/office/officeart/2005/8/layout/hierarchy1"/>
    <dgm:cxn modelId="{75108259-DECA-4C9F-8923-A0B266747B69}" type="presParOf" srcId="{A126BC78-88C1-428A-B1BE-C2F872B3BE41}" destId="{60BA5D42-D5F2-426F-AB5A-AAF5616D439C}" srcOrd="0" destOrd="0" presId="urn:microsoft.com/office/officeart/2005/8/layout/hierarchy1"/>
    <dgm:cxn modelId="{CBED894B-5777-41AE-8B15-ED272039B6F4}" type="presParOf" srcId="{A126BC78-88C1-428A-B1BE-C2F872B3BE41}" destId="{DD5083CB-7526-4B7D-BC8A-1D982F5B0348}" srcOrd="1" destOrd="0" presId="urn:microsoft.com/office/officeart/2005/8/layout/hierarchy1"/>
    <dgm:cxn modelId="{5F814751-DA48-4FE8-83B3-DE574B0AE268}" type="presParOf" srcId="{0DB5841E-BC15-40B5-ACBA-412619E59473}" destId="{45C99903-6FD1-439C-B3B4-50CDBDC3726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5523011-BF18-4FA2-9C8D-26EA80E7AC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E85432A-88A2-41EC-932D-D80AB0D86AA6}">
      <dgm:prSet/>
      <dgm:spPr/>
      <dgm:t>
        <a:bodyPr/>
        <a:lstStyle/>
        <a:p>
          <a:r>
            <a:rPr lang="en-US"/>
            <a:t>Machine Learning models work with numbers, so categorical columns (like </a:t>
          </a:r>
          <a:r>
            <a:rPr lang="en-US" i="1"/>
            <a:t>City, Category, Department</a:t>
          </a:r>
          <a:r>
            <a:rPr lang="en-US"/>
            <a:t>) must be encoded.</a:t>
          </a:r>
        </a:p>
      </dgm:t>
    </dgm:pt>
    <dgm:pt modelId="{2E414F50-4C6A-4749-8ED3-D86B1AC7D2D0}" type="parTrans" cxnId="{71BDF56D-57D0-4DF0-B42E-27D5DF7385AE}">
      <dgm:prSet/>
      <dgm:spPr/>
      <dgm:t>
        <a:bodyPr/>
        <a:lstStyle/>
        <a:p>
          <a:endParaRPr lang="en-US"/>
        </a:p>
      </dgm:t>
    </dgm:pt>
    <dgm:pt modelId="{EC75B5ED-816C-46F0-BDF7-7524AF94ABDF}" type="sibTrans" cxnId="{71BDF56D-57D0-4DF0-B42E-27D5DF7385AE}">
      <dgm:prSet/>
      <dgm:spPr/>
      <dgm:t>
        <a:bodyPr/>
        <a:lstStyle/>
        <a:p>
          <a:endParaRPr lang="en-US"/>
        </a:p>
      </dgm:t>
    </dgm:pt>
    <dgm:pt modelId="{B8C38A02-74E9-4EB2-A1A7-B45242D34496}">
      <dgm:prSet/>
      <dgm:spPr/>
      <dgm:t>
        <a:bodyPr/>
        <a:lstStyle/>
        <a:p>
          <a:r>
            <a:rPr lang="en-US" b="1"/>
            <a:t>Label Encoding</a:t>
          </a:r>
          <a:endParaRPr lang="en-US"/>
        </a:p>
      </dgm:t>
    </dgm:pt>
    <dgm:pt modelId="{865F3837-8EC8-4096-ABA7-D46F8C03AE58}" type="parTrans" cxnId="{4CDFA611-B7E1-49DA-B9BC-9D6ED3BC42C2}">
      <dgm:prSet/>
      <dgm:spPr/>
      <dgm:t>
        <a:bodyPr/>
        <a:lstStyle/>
        <a:p>
          <a:endParaRPr lang="en-US"/>
        </a:p>
      </dgm:t>
    </dgm:pt>
    <dgm:pt modelId="{9F3239E7-C46D-4C6D-B445-624CE6E6B745}" type="sibTrans" cxnId="{4CDFA611-B7E1-49DA-B9BC-9D6ED3BC42C2}">
      <dgm:prSet/>
      <dgm:spPr/>
      <dgm:t>
        <a:bodyPr/>
        <a:lstStyle/>
        <a:p>
          <a:endParaRPr lang="en-US"/>
        </a:p>
      </dgm:t>
    </dgm:pt>
    <dgm:pt modelId="{DCA31A89-9643-4F40-A558-EDC7D7A553C7}">
      <dgm:prSet/>
      <dgm:spPr/>
      <dgm:t>
        <a:bodyPr/>
        <a:lstStyle/>
        <a:p>
          <a:r>
            <a:rPr lang="en-US" b="1"/>
            <a:t>One-Hot Encoding</a:t>
          </a:r>
          <a:endParaRPr lang="en-US"/>
        </a:p>
      </dgm:t>
    </dgm:pt>
    <dgm:pt modelId="{EC610543-AB4C-41FF-8435-B454A0372390}" type="parTrans" cxnId="{5BFD17DE-A819-4DA9-8035-3A73FDBB45D7}">
      <dgm:prSet/>
      <dgm:spPr/>
      <dgm:t>
        <a:bodyPr/>
        <a:lstStyle/>
        <a:p>
          <a:endParaRPr lang="en-US"/>
        </a:p>
      </dgm:t>
    </dgm:pt>
    <dgm:pt modelId="{F2930E81-3322-4704-8B3B-5C0138F4D2C9}" type="sibTrans" cxnId="{5BFD17DE-A819-4DA9-8035-3A73FDBB45D7}">
      <dgm:prSet/>
      <dgm:spPr/>
      <dgm:t>
        <a:bodyPr/>
        <a:lstStyle/>
        <a:p>
          <a:endParaRPr lang="en-US"/>
        </a:p>
      </dgm:t>
    </dgm:pt>
    <dgm:pt modelId="{23D51270-1A5D-4042-9026-2BD600C006A2}">
      <dgm:prSet/>
      <dgm:spPr/>
      <dgm:t>
        <a:bodyPr/>
        <a:lstStyle/>
        <a:p>
          <a:r>
            <a:rPr lang="en-US" b="1"/>
            <a:t>Ordinal Encoding</a:t>
          </a:r>
          <a:endParaRPr lang="en-US"/>
        </a:p>
      </dgm:t>
    </dgm:pt>
    <dgm:pt modelId="{2A2259B6-7C9E-477D-87B1-9CE889C68A09}" type="parTrans" cxnId="{12174AB2-F2C5-4655-BC61-E03D65DAB5AA}">
      <dgm:prSet/>
      <dgm:spPr/>
      <dgm:t>
        <a:bodyPr/>
        <a:lstStyle/>
        <a:p>
          <a:endParaRPr lang="en-US"/>
        </a:p>
      </dgm:t>
    </dgm:pt>
    <dgm:pt modelId="{6CCE69B5-C564-4F00-8BA9-6E2C66A58BA3}" type="sibTrans" cxnId="{12174AB2-F2C5-4655-BC61-E03D65DAB5AA}">
      <dgm:prSet/>
      <dgm:spPr/>
      <dgm:t>
        <a:bodyPr/>
        <a:lstStyle/>
        <a:p>
          <a:endParaRPr lang="en-US"/>
        </a:p>
      </dgm:t>
    </dgm:pt>
    <dgm:pt modelId="{5EACDBFD-B923-41F6-A76A-0918B1183FE6}">
      <dgm:prSet/>
      <dgm:spPr/>
      <dgm:t>
        <a:bodyPr/>
        <a:lstStyle/>
        <a:p>
          <a:r>
            <a:rPr lang="en-US" b="1"/>
            <a:t>Frequency Encoding</a:t>
          </a:r>
          <a:endParaRPr lang="en-US"/>
        </a:p>
      </dgm:t>
    </dgm:pt>
    <dgm:pt modelId="{EF318CBE-F467-4EC4-89BD-356EED190715}" type="parTrans" cxnId="{078EE0F8-C63D-443F-9715-571DE5AEEA67}">
      <dgm:prSet/>
      <dgm:spPr/>
      <dgm:t>
        <a:bodyPr/>
        <a:lstStyle/>
        <a:p>
          <a:endParaRPr lang="en-US"/>
        </a:p>
      </dgm:t>
    </dgm:pt>
    <dgm:pt modelId="{71E548F9-BF5E-471A-B4A6-0813F1058657}" type="sibTrans" cxnId="{078EE0F8-C63D-443F-9715-571DE5AEEA67}">
      <dgm:prSet/>
      <dgm:spPr/>
      <dgm:t>
        <a:bodyPr/>
        <a:lstStyle/>
        <a:p>
          <a:endParaRPr lang="en-US"/>
        </a:p>
      </dgm:t>
    </dgm:pt>
    <dgm:pt modelId="{3B89F662-5FBA-4606-BD40-D1BC340A9CDC}" type="pres">
      <dgm:prSet presAssocID="{F5523011-BF18-4FA2-9C8D-26EA80E7ACA2}" presName="linear" presStyleCnt="0">
        <dgm:presLayoutVars>
          <dgm:animLvl val="lvl"/>
          <dgm:resizeHandles val="exact"/>
        </dgm:presLayoutVars>
      </dgm:prSet>
      <dgm:spPr/>
    </dgm:pt>
    <dgm:pt modelId="{6C8F9A9D-FC58-4791-924D-13664C9BEDE1}" type="pres">
      <dgm:prSet presAssocID="{8E85432A-88A2-41EC-932D-D80AB0D86AA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2CE88507-E3BA-486D-BD85-CF254110E142}" type="pres">
      <dgm:prSet presAssocID="{8E85432A-88A2-41EC-932D-D80AB0D86AA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CDFA611-B7E1-49DA-B9BC-9D6ED3BC42C2}" srcId="{8E85432A-88A2-41EC-932D-D80AB0D86AA6}" destId="{B8C38A02-74E9-4EB2-A1A7-B45242D34496}" srcOrd="0" destOrd="0" parTransId="{865F3837-8EC8-4096-ABA7-D46F8C03AE58}" sibTransId="{9F3239E7-C46D-4C6D-B445-624CE6E6B745}"/>
    <dgm:cxn modelId="{1F85A826-512A-4668-84D6-B69C2E3E4056}" type="presOf" srcId="{F5523011-BF18-4FA2-9C8D-26EA80E7ACA2}" destId="{3B89F662-5FBA-4606-BD40-D1BC340A9CDC}" srcOrd="0" destOrd="0" presId="urn:microsoft.com/office/officeart/2005/8/layout/vList2"/>
    <dgm:cxn modelId="{40B9EF41-3A04-4BC4-88CD-F95BAE2ED797}" type="presOf" srcId="{5EACDBFD-B923-41F6-A76A-0918B1183FE6}" destId="{2CE88507-E3BA-486D-BD85-CF254110E142}" srcOrd="0" destOrd="3" presId="urn:microsoft.com/office/officeart/2005/8/layout/vList2"/>
    <dgm:cxn modelId="{71BDF56D-57D0-4DF0-B42E-27D5DF7385AE}" srcId="{F5523011-BF18-4FA2-9C8D-26EA80E7ACA2}" destId="{8E85432A-88A2-41EC-932D-D80AB0D86AA6}" srcOrd="0" destOrd="0" parTransId="{2E414F50-4C6A-4749-8ED3-D86B1AC7D2D0}" sibTransId="{EC75B5ED-816C-46F0-BDF7-7524AF94ABDF}"/>
    <dgm:cxn modelId="{C8AD7281-EA9B-4EE8-9D0C-3CF0ED032AE7}" type="presOf" srcId="{B8C38A02-74E9-4EB2-A1A7-B45242D34496}" destId="{2CE88507-E3BA-486D-BD85-CF254110E142}" srcOrd="0" destOrd="0" presId="urn:microsoft.com/office/officeart/2005/8/layout/vList2"/>
    <dgm:cxn modelId="{C109EB82-21FF-4E75-A21C-9BA5B14E350E}" type="presOf" srcId="{DCA31A89-9643-4F40-A558-EDC7D7A553C7}" destId="{2CE88507-E3BA-486D-BD85-CF254110E142}" srcOrd="0" destOrd="1" presId="urn:microsoft.com/office/officeart/2005/8/layout/vList2"/>
    <dgm:cxn modelId="{8F4C8A89-5380-4C12-818E-C1B8C4D2AA54}" type="presOf" srcId="{23D51270-1A5D-4042-9026-2BD600C006A2}" destId="{2CE88507-E3BA-486D-BD85-CF254110E142}" srcOrd="0" destOrd="2" presId="urn:microsoft.com/office/officeart/2005/8/layout/vList2"/>
    <dgm:cxn modelId="{12174AB2-F2C5-4655-BC61-E03D65DAB5AA}" srcId="{8E85432A-88A2-41EC-932D-D80AB0D86AA6}" destId="{23D51270-1A5D-4042-9026-2BD600C006A2}" srcOrd="2" destOrd="0" parTransId="{2A2259B6-7C9E-477D-87B1-9CE889C68A09}" sibTransId="{6CCE69B5-C564-4F00-8BA9-6E2C66A58BA3}"/>
    <dgm:cxn modelId="{5BFD17DE-A819-4DA9-8035-3A73FDBB45D7}" srcId="{8E85432A-88A2-41EC-932D-D80AB0D86AA6}" destId="{DCA31A89-9643-4F40-A558-EDC7D7A553C7}" srcOrd="1" destOrd="0" parTransId="{EC610543-AB4C-41FF-8435-B454A0372390}" sibTransId="{F2930E81-3322-4704-8B3B-5C0138F4D2C9}"/>
    <dgm:cxn modelId="{078EE0F8-C63D-443F-9715-571DE5AEEA67}" srcId="{8E85432A-88A2-41EC-932D-D80AB0D86AA6}" destId="{5EACDBFD-B923-41F6-A76A-0918B1183FE6}" srcOrd="3" destOrd="0" parTransId="{EF318CBE-F467-4EC4-89BD-356EED190715}" sibTransId="{71E548F9-BF5E-471A-B4A6-0813F1058657}"/>
    <dgm:cxn modelId="{810986FC-6476-4AAB-9AA7-8B07DF5FEDB2}" type="presOf" srcId="{8E85432A-88A2-41EC-932D-D80AB0D86AA6}" destId="{6C8F9A9D-FC58-4791-924D-13664C9BEDE1}" srcOrd="0" destOrd="0" presId="urn:microsoft.com/office/officeart/2005/8/layout/vList2"/>
    <dgm:cxn modelId="{B04667A3-9AFA-41F0-BFEB-7B9F80A0E812}" type="presParOf" srcId="{3B89F662-5FBA-4606-BD40-D1BC340A9CDC}" destId="{6C8F9A9D-FC58-4791-924D-13664C9BEDE1}" srcOrd="0" destOrd="0" presId="urn:microsoft.com/office/officeart/2005/8/layout/vList2"/>
    <dgm:cxn modelId="{904E9DF2-412D-4D3D-ACD7-DB7E07EFE809}" type="presParOf" srcId="{3B89F662-5FBA-4606-BD40-D1BC340A9CDC}" destId="{2CE88507-E3BA-486D-BD85-CF254110E14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812D123-DF89-402F-970B-8B8115BDF12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7C2C8C-D948-495B-9207-FC783D04339D}">
      <dgm:prSet/>
      <dgm:spPr/>
      <dgm:t>
        <a:bodyPr/>
        <a:lstStyle/>
        <a:p>
          <a:r>
            <a:rPr lang="en-US"/>
            <a:t>Different features have different ranges (e.g. Salary = 20000 vs Age = 30).</a:t>
          </a:r>
          <a:br>
            <a:rPr lang="en-US"/>
          </a:br>
          <a:r>
            <a:rPr lang="en-US"/>
            <a:t>Scaling ensures </a:t>
          </a:r>
          <a:r>
            <a:rPr lang="en-US" b="1"/>
            <a:t>all features contribute equally</a:t>
          </a:r>
          <a:r>
            <a:rPr lang="en-US"/>
            <a:t>.</a:t>
          </a:r>
        </a:p>
      </dgm:t>
    </dgm:pt>
    <dgm:pt modelId="{D20FDE8A-E436-4568-AD76-4295F0B5143D}" type="parTrans" cxnId="{C861ADF2-5877-4BAB-9824-EECAB3BAB2E4}">
      <dgm:prSet/>
      <dgm:spPr/>
      <dgm:t>
        <a:bodyPr/>
        <a:lstStyle/>
        <a:p>
          <a:endParaRPr lang="en-US"/>
        </a:p>
      </dgm:t>
    </dgm:pt>
    <dgm:pt modelId="{0EE25610-FB5E-4722-8FCA-01A36E1A1F30}" type="sibTrans" cxnId="{C861ADF2-5877-4BAB-9824-EECAB3BAB2E4}">
      <dgm:prSet/>
      <dgm:spPr/>
      <dgm:t>
        <a:bodyPr/>
        <a:lstStyle/>
        <a:p>
          <a:endParaRPr lang="en-US"/>
        </a:p>
      </dgm:t>
    </dgm:pt>
    <dgm:pt modelId="{163D4024-0D92-4DCA-A488-F577524D1AE8}">
      <dgm:prSet/>
      <dgm:spPr/>
      <dgm:t>
        <a:bodyPr/>
        <a:lstStyle/>
        <a:p>
          <a:r>
            <a:rPr lang="en-US" b="1"/>
            <a:t>Standard Scaling (Z-Score Normalization)</a:t>
          </a:r>
          <a:endParaRPr lang="en-US"/>
        </a:p>
      </dgm:t>
    </dgm:pt>
    <dgm:pt modelId="{3D2FAB20-A74B-4815-9CFF-D5D77D1AD898}" type="parTrans" cxnId="{6E4ACDAC-CDB1-492A-87FA-EE667A529A96}">
      <dgm:prSet/>
      <dgm:spPr/>
      <dgm:t>
        <a:bodyPr/>
        <a:lstStyle/>
        <a:p>
          <a:endParaRPr lang="en-US"/>
        </a:p>
      </dgm:t>
    </dgm:pt>
    <dgm:pt modelId="{FCB6AA6A-C6B5-42AE-9F3C-A1094F7D0487}" type="sibTrans" cxnId="{6E4ACDAC-CDB1-492A-87FA-EE667A529A96}">
      <dgm:prSet/>
      <dgm:spPr/>
      <dgm:t>
        <a:bodyPr/>
        <a:lstStyle/>
        <a:p>
          <a:endParaRPr lang="en-US"/>
        </a:p>
      </dgm:t>
    </dgm:pt>
    <dgm:pt modelId="{3152D8B2-7C1C-4908-85E5-9704AD52F276}">
      <dgm:prSet/>
      <dgm:spPr/>
      <dgm:t>
        <a:bodyPr/>
        <a:lstStyle/>
        <a:p>
          <a:r>
            <a:rPr lang="en-US" b="1"/>
            <a:t>Min-Max Scaling (0–1 Normalization)</a:t>
          </a:r>
          <a:endParaRPr lang="en-US"/>
        </a:p>
      </dgm:t>
    </dgm:pt>
    <dgm:pt modelId="{B2ED1F85-9DD2-447E-BEA7-EFA280A4063C}" type="parTrans" cxnId="{EAFEC728-BA25-40DD-B273-CA96373B9F5B}">
      <dgm:prSet/>
      <dgm:spPr/>
      <dgm:t>
        <a:bodyPr/>
        <a:lstStyle/>
        <a:p>
          <a:endParaRPr lang="en-US"/>
        </a:p>
      </dgm:t>
    </dgm:pt>
    <dgm:pt modelId="{2750A63B-FAC4-4157-9D11-5DBB278549AF}" type="sibTrans" cxnId="{EAFEC728-BA25-40DD-B273-CA96373B9F5B}">
      <dgm:prSet/>
      <dgm:spPr/>
      <dgm:t>
        <a:bodyPr/>
        <a:lstStyle/>
        <a:p>
          <a:endParaRPr lang="en-US"/>
        </a:p>
      </dgm:t>
    </dgm:pt>
    <dgm:pt modelId="{08B76EEB-E3CE-45C6-B64D-499A983E1582}">
      <dgm:prSet/>
      <dgm:spPr/>
      <dgm:t>
        <a:bodyPr/>
        <a:lstStyle/>
        <a:p>
          <a:r>
            <a:rPr lang="en-US" b="1"/>
            <a:t>Robust Scaling</a:t>
          </a:r>
          <a:endParaRPr lang="en-US"/>
        </a:p>
      </dgm:t>
    </dgm:pt>
    <dgm:pt modelId="{A9DB5659-23C4-46FA-A4C4-A3402DBDCBDD}" type="parTrans" cxnId="{9FF3E62D-4357-445A-836F-6B3176CF497D}">
      <dgm:prSet/>
      <dgm:spPr/>
      <dgm:t>
        <a:bodyPr/>
        <a:lstStyle/>
        <a:p>
          <a:endParaRPr lang="en-US"/>
        </a:p>
      </dgm:t>
    </dgm:pt>
    <dgm:pt modelId="{D2971309-8A55-4C86-819F-A39D25A0B770}" type="sibTrans" cxnId="{9FF3E62D-4357-445A-836F-6B3176CF497D}">
      <dgm:prSet/>
      <dgm:spPr/>
      <dgm:t>
        <a:bodyPr/>
        <a:lstStyle/>
        <a:p>
          <a:endParaRPr lang="en-US"/>
        </a:p>
      </dgm:t>
    </dgm:pt>
    <dgm:pt modelId="{55D46D35-2ECF-4D59-A91C-F1E8D168D62B}" type="pres">
      <dgm:prSet presAssocID="{6812D123-DF89-402F-970B-8B8115BDF122}" presName="linear" presStyleCnt="0">
        <dgm:presLayoutVars>
          <dgm:animLvl val="lvl"/>
          <dgm:resizeHandles val="exact"/>
        </dgm:presLayoutVars>
      </dgm:prSet>
      <dgm:spPr/>
    </dgm:pt>
    <dgm:pt modelId="{8D04AAD8-CEB3-46A7-A905-A500150C20C8}" type="pres">
      <dgm:prSet presAssocID="{D47C2C8C-D948-495B-9207-FC783D04339D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BF77DEC-33A6-485E-BECD-3AEAA025B040}" type="pres">
      <dgm:prSet presAssocID="{D47C2C8C-D948-495B-9207-FC783D04339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20E6B19-CCA7-4445-AE45-35E068DD4957}" type="presOf" srcId="{D47C2C8C-D948-495B-9207-FC783D04339D}" destId="{8D04AAD8-CEB3-46A7-A905-A500150C20C8}" srcOrd="0" destOrd="0" presId="urn:microsoft.com/office/officeart/2005/8/layout/vList2"/>
    <dgm:cxn modelId="{EAFEC728-BA25-40DD-B273-CA96373B9F5B}" srcId="{D47C2C8C-D948-495B-9207-FC783D04339D}" destId="{3152D8B2-7C1C-4908-85E5-9704AD52F276}" srcOrd="1" destOrd="0" parTransId="{B2ED1F85-9DD2-447E-BEA7-EFA280A4063C}" sibTransId="{2750A63B-FAC4-4157-9D11-5DBB278549AF}"/>
    <dgm:cxn modelId="{9FF3E62D-4357-445A-836F-6B3176CF497D}" srcId="{D47C2C8C-D948-495B-9207-FC783D04339D}" destId="{08B76EEB-E3CE-45C6-B64D-499A983E1582}" srcOrd="2" destOrd="0" parTransId="{A9DB5659-23C4-46FA-A4C4-A3402DBDCBDD}" sibTransId="{D2971309-8A55-4C86-819F-A39D25A0B770}"/>
    <dgm:cxn modelId="{F82ACC4E-B9E2-4427-ACDA-DE6F4F85F706}" type="presOf" srcId="{6812D123-DF89-402F-970B-8B8115BDF122}" destId="{55D46D35-2ECF-4D59-A91C-F1E8D168D62B}" srcOrd="0" destOrd="0" presId="urn:microsoft.com/office/officeart/2005/8/layout/vList2"/>
    <dgm:cxn modelId="{165DFD93-7B08-4791-B38A-CB2A07660F1B}" type="presOf" srcId="{3152D8B2-7C1C-4908-85E5-9704AD52F276}" destId="{8BF77DEC-33A6-485E-BECD-3AEAA025B040}" srcOrd="0" destOrd="1" presId="urn:microsoft.com/office/officeart/2005/8/layout/vList2"/>
    <dgm:cxn modelId="{6E4ACDAC-CDB1-492A-87FA-EE667A529A96}" srcId="{D47C2C8C-D948-495B-9207-FC783D04339D}" destId="{163D4024-0D92-4DCA-A488-F577524D1AE8}" srcOrd="0" destOrd="0" parTransId="{3D2FAB20-A74B-4815-9CFF-D5D77D1AD898}" sibTransId="{FCB6AA6A-C6B5-42AE-9F3C-A1094F7D0487}"/>
    <dgm:cxn modelId="{770549B0-ADBE-499D-B3A8-BCEE64153CC6}" type="presOf" srcId="{163D4024-0D92-4DCA-A488-F577524D1AE8}" destId="{8BF77DEC-33A6-485E-BECD-3AEAA025B040}" srcOrd="0" destOrd="0" presId="urn:microsoft.com/office/officeart/2005/8/layout/vList2"/>
    <dgm:cxn modelId="{A92AB0D7-B00D-4243-80CB-3CE351250BD0}" type="presOf" srcId="{08B76EEB-E3CE-45C6-B64D-499A983E1582}" destId="{8BF77DEC-33A6-485E-BECD-3AEAA025B040}" srcOrd="0" destOrd="2" presId="urn:microsoft.com/office/officeart/2005/8/layout/vList2"/>
    <dgm:cxn modelId="{C861ADF2-5877-4BAB-9824-EECAB3BAB2E4}" srcId="{6812D123-DF89-402F-970B-8B8115BDF122}" destId="{D47C2C8C-D948-495B-9207-FC783D04339D}" srcOrd="0" destOrd="0" parTransId="{D20FDE8A-E436-4568-AD76-4295F0B5143D}" sibTransId="{0EE25610-FB5E-4722-8FCA-01A36E1A1F30}"/>
    <dgm:cxn modelId="{A01CB65F-8318-42AB-924D-C8160DB07F5A}" type="presParOf" srcId="{55D46D35-2ECF-4D59-A91C-F1E8D168D62B}" destId="{8D04AAD8-CEB3-46A7-A905-A500150C20C8}" srcOrd="0" destOrd="0" presId="urn:microsoft.com/office/officeart/2005/8/layout/vList2"/>
    <dgm:cxn modelId="{FC312B26-1E42-4DE9-8469-908B79B955DA}" type="presParOf" srcId="{55D46D35-2ECF-4D59-A91C-F1E8D168D62B}" destId="{8BF77DEC-33A6-485E-BECD-3AEAA025B040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BF80B57-45A4-4445-AEED-D5D5D5CED3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704E2F-2347-4F84-B633-4825061130B7}">
      <dgm:prSet/>
      <dgm:spPr/>
      <dgm:t>
        <a:bodyPr/>
        <a:lstStyle/>
        <a:p>
          <a:r>
            <a:rPr lang="en-US"/>
            <a:t>Raw timestamps are not usable for ML — they must be </a:t>
          </a:r>
          <a:r>
            <a:rPr lang="en-US" b="1"/>
            <a:t>decomposed</a:t>
          </a:r>
          <a:r>
            <a:rPr lang="en-US"/>
            <a:t>.</a:t>
          </a:r>
        </a:p>
      </dgm:t>
    </dgm:pt>
    <dgm:pt modelId="{654D8C33-0448-49A6-9611-C6338166791D}" type="parTrans" cxnId="{E52B402E-0F25-4F98-A67E-D5EB4596E7FB}">
      <dgm:prSet/>
      <dgm:spPr/>
      <dgm:t>
        <a:bodyPr/>
        <a:lstStyle/>
        <a:p>
          <a:endParaRPr lang="en-US"/>
        </a:p>
      </dgm:t>
    </dgm:pt>
    <dgm:pt modelId="{0FF9AF58-E8FE-4A4C-B684-BB36DACA7242}" type="sibTrans" cxnId="{E52B402E-0F25-4F98-A67E-D5EB4596E7FB}">
      <dgm:prSet/>
      <dgm:spPr/>
      <dgm:t>
        <a:bodyPr/>
        <a:lstStyle/>
        <a:p>
          <a:endParaRPr lang="en-US"/>
        </a:p>
      </dgm:t>
    </dgm:pt>
    <dgm:pt modelId="{27FCBD95-9AEF-43AB-8605-221B0C5DA4A7}">
      <dgm:prSet/>
      <dgm:spPr/>
      <dgm:t>
        <a:bodyPr/>
        <a:lstStyle/>
        <a:p>
          <a:r>
            <a:rPr lang="en-US" b="1"/>
            <a:t>Extract Basic Date Components</a:t>
          </a:r>
          <a:endParaRPr lang="en-US"/>
        </a:p>
      </dgm:t>
    </dgm:pt>
    <dgm:pt modelId="{1E77B16C-D4C9-4068-ADB2-E28B4AC4551A}" type="parTrans" cxnId="{453CCC7E-DAD7-4D27-A645-DF0FBBAFB6E9}">
      <dgm:prSet/>
      <dgm:spPr/>
      <dgm:t>
        <a:bodyPr/>
        <a:lstStyle/>
        <a:p>
          <a:endParaRPr lang="en-US"/>
        </a:p>
      </dgm:t>
    </dgm:pt>
    <dgm:pt modelId="{F2DD3AE4-A7F8-43B0-808D-8BBDF45C538B}" type="sibTrans" cxnId="{453CCC7E-DAD7-4D27-A645-DF0FBBAFB6E9}">
      <dgm:prSet/>
      <dgm:spPr/>
      <dgm:t>
        <a:bodyPr/>
        <a:lstStyle/>
        <a:p>
          <a:endParaRPr lang="en-US"/>
        </a:p>
      </dgm:t>
    </dgm:pt>
    <dgm:pt modelId="{542AEC8D-E375-42D2-A8CB-69BF4CAEE686}">
      <dgm:prSet/>
      <dgm:spPr/>
      <dgm:t>
        <a:bodyPr/>
        <a:lstStyle/>
        <a:p>
          <a:r>
            <a:rPr lang="en-US" b="1"/>
            <a:t>Business / Seasonal Features</a:t>
          </a:r>
          <a:endParaRPr lang="en-US"/>
        </a:p>
      </dgm:t>
    </dgm:pt>
    <dgm:pt modelId="{D75BD78D-C36D-455F-A7D5-4BF7E9F6E55F}" type="parTrans" cxnId="{F0DFD27B-7213-448B-AE3E-F9108885E75A}">
      <dgm:prSet/>
      <dgm:spPr/>
      <dgm:t>
        <a:bodyPr/>
        <a:lstStyle/>
        <a:p>
          <a:endParaRPr lang="en-US"/>
        </a:p>
      </dgm:t>
    </dgm:pt>
    <dgm:pt modelId="{322FAD6A-8A1D-48F7-8116-13448D0DE614}" type="sibTrans" cxnId="{F0DFD27B-7213-448B-AE3E-F9108885E75A}">
      <dgm:prSet/>
      <dgm:spPr/>
      <dgm:t>
        <a:bodyPr/>
        <a:lstStyle/>
        <a:p>
          <a:endParaRPr lang="en-US"/>
        </a:p>
      </dgm:t>
    </dgm:pt>
    <dgm:pt modelId="{631893D8-6C4F-43E2-A5A4-F5585574686F}">
      <dgm:prSet/>
      <dgm:spPr/>
      <dgm:t>
        <a:bodyPr/>
        <a:lstStyle/>
        <a:p>
          <a:r>
            <a:rPr lang="en-US" b="1" dirty="0"/>
            <a:t>Time Differences</a:t>
          </a:r>
          <a:endParaRPr lang="en-US" dirty="0"/>
        </a:p>
      </dgm:t>
    </dgm:pt>
    <dgm:pt modelId="{FF06745C-BD8D-4DB4-9429-B79DE20D142F}" type="parTrans" cxnId="{EA5E8EC1-B4DB-49D7-B232-486FF1925868}">
      <dgm:prSet/>
      <dgm:spPr/>
      <dgm:t>
        <a:bodyPr/>
        <a:lstStyle/>
        <a:p>
          <a:endParaRPr lang="en-US"/>
        </a:p>
      </dgm:t>
    </dgm:pt>
    <dgm:pt modelId="{4BDDF37F-6E83-43A9-8170-F7CF27B9B59D}" type="sibTrans" cxnId="{EA5E8EC1-B4DB-49D7-B232-486FF1925868}">
      <dgm:prSet/>
      <dgm:spPr/>
      <dgm:t>
        <a:bodyPr/>
        <a:lstStyle/>
        <a:p>
          <a:endParaRPr lang="en-US"/>
        </a:p>
      </dgm:t>
    </dgm:pt>
    <dgm:pt modelId="{0640DC02-D37F-4D77-B6BF-1316D2ECA7FD}" type="pres">
      <dgm:prSet presAssocID="{5BF80B57-45A4-4445-AEED-D5D5D5CED326}" presName="linear" presStyleCnt="0">
        <dgm:presLayoutVars>
          <dgm:animLvl val="lvl"/>
          <dgm:resizeHandles val="exact"/>
        </dgm:presLayoutVars>
      </dgm:prSet>
      <dgm:spPr/>
    </dgm:pt>
    <dgm:pt modelId="{6A66703C-8F4E-4ED3-A5A1-5B8E04F69615}" type="pres">
      <dgm:prSet presAssocID="{58704E2F-2347-4F84-B633-4825061130B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4D9D1F0-7271-4B78-8952-77C9030D68E6}" type="pres">
      <dgm:prSet presAssocID="{58704E2F-2347-4F84-B633-4825061130B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52B402E-0F25-4F98-A67E-D5EB4596E7FB}" srcId="{5BF80B57-45A4-4445-AEED-D5D5D5CED326}" destId="{58704E2F-2347-4F84-B633-4825061130B7}" srcOrd="0" destOrd="0" parTransId="{654D8C33-0448-49A6-9611-C6338166791D}" sibTransId="{0FF9AF58-E8FE-4A4C-B684-BB36DACA7242}"/>
    <dgm:cxn modelId="{2048CA3E-B87B-4283-8820-9B665AA31A70}" type="presOf" srcId="{631893D8-6C4F-43E2-A5A4-F5585574686F}" destId="{84D9D1F0-7271-4B78-8952-77C9030D68E6}" srcOrd="0" destOrd="2" presId="urn:microsoft.com/office/officeart/2005/8/layout/vList2"/>
    <dgm:cxn modelId="{6F40446C-9F6F-4B10-B183-4285610045C0}" type="presOf" srcId="{542AEC8D-E375-42D2-A8CB-69BF4CAEE686}" destId="{84D9D1F0-7271-4B78-8952-77C9030D68E6}" srcOrd="0" destOrd="1" presId="urn:microsoft.com/office/officeart/2005/8/layout/vList2"/>
    <dgm:cxn modelId="{F0DFD27B-7213-448B-AE3E-F9108885E75A}" srcId="{58704E2F-2347-4F84-B633-4825061130B7}" destId="{542AEC8D-E375-42D2-A8CB-69BF4CAEE686}" srcOrd="1" destOrd="0" parTransId="{D75BD78D-C36D-455F-A7D5-4BF7E9F6E55F}" sibTransId="{322FAD6A-8A1D-48F7-8116-13448D0DE614}"/>
    <dgm:cxn modelId="{453CCC7E-DAD7-4D27-A645-DF0FBBAFB6E9}" srcId="{58704E2F-2347-4F84-B633-4825061130B7}" destId="{27FCBD95-9AEF-43AB-8605-221B0C5DA4A7}" srcOrd="0" destOrd="0" parTransId="{1E77B16C-D4C9-4068-ADB2-E28B4AC4551A}" sibTransId="{F2DD3AE4-A7F8-43B0-808D-8BBDF45C538B}"/>
    <dgm:cxn modelId="{A1C82899-9FFA-4645-ACB0-FEEB975BB6E5}" type="presOf" srcId="{27FCBD95-9AEF-43AB-8605-221B0C5DA4A7}" destId="{84D9D1F0-7271-4B78-8952-77C9030D68E6}" srcOrd="0" destOrd="0" presId="urn:microsoft.com/office/officeart/2005/8/layout/vList2"/>
    <dgm:cxn modelId="{496818A2-A273-4A5B-9C44-3A525C5DF305}" type="presOf" srcId="{5BF80B57-45A4-4445-AEED-D5D5D5CED326}" destId="{0640DC02-D37F-4D77-B6BF-1316D2ECA7FD}" srcOrd="0" destOrd="0" presId="urn:microsoft.com/office/officeart/2005/8/layout/vList2"/>
    <dgm:cxn modelId="{EA5E8EC1-B4DB-49D7-B232-486FF1925868}" srcId="{58704E2F-2347-4F84-B633-4825061130B7}" destId="{631893D8-6C4F-43E2-A5A4-F5585574686F}" srcOrd="2" destOrd="0" parTransId="{FF06745C-BD8D-4DB4-9429-B79DE20D142F}" sibTransId="{4BDDF37F-6E83-43A9-8170-F7CF27B9B59D}"/>
    <dgm:cxn modelId="{DEB1E1F0-0C82-4D80-AB9A-1A4A178283CD}" type="presOf" srcId="{58704E2F-2347-4F84-B633-4825061130B7}" destId="{6A66703C-8F4E-4ED3-A5A1-5B8E04F69615}" srcOrd="0" destOrd="0" presId="urn:microsoft.com/office/officeart/2005/8/layout/vList2"/>
    <dgm:cxn modelId="{C910AF6D-9D3C-45B3-AFD1-7B8B3DFDB4EB}" type="presParOf" srcId="{0640DC02-D37F-4D77-B6BF-1316D2ECA7FD}" destId="{6A66703C-8F4E-4ED3-A5A1-5B8E04F69615}" srcOrd="0" destOrd="0" presId="urn:microsoft.com/office/officeart/2005/8/layout/vList2"/>
    <dgm:cxn modelId="{A8108C0F-5170-4C3A-AED0-753221BDB993}" type="presParOf" srcId="{0640DC02-D37F-4D77-B6BF-1316D2ECA7FD}" destId="{84D9D1F0-7271-4B78-8952-77C9030D68E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F3656A6-F6DD-4C48-92AD-2D9698AD995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AFB35F7-C8DF-4BE6-BC3F-8618C96CAD0D}">
      <dgm:prSet/>
      <dgm:spPr/>
      <dgm:t>
        <a:bodyPr/>
        <a:lstStyle/>
        <a:p>
          <a:r>
            <a:rPr lang="en-US"/>
            <a:t>Sales trend</a:t>
          </a:r>
        </a:p>
      </dgm:t>
    </dgm:pt>
    <dgm:pt modelId="{BC743ABF-36C8-43CD-B96E-F6E238FDF611}" type="parTrans" cxnId="{052C195B-DB93-4E69-9BE5-69EBAE86A0AD}">
      <dgm:prSet/>
      <dgm:spPr/>
      <dgm:t>
        <a:bodyPr/>
        <a:lstStyle/>
        <a:p>
          <a:endParaRPr lang="en-US"/>
        </a:p>
      </dgm:t>
    </dgm:pt>
    <dgm:pt modelId="{41F3AB5B-8FCB-4163-A90E-4A0D8CC0716B}" type="sibTrans" cxnId="{052C195B-DB93-4E69-9BE5-69EBAE86A0AD}">
      <dgm:prSet/>
      <dgm:spPr/>
      <dgm:t>
        <a:bodyPr/>
        <a:lstStyle/>
        <a:p>
          <a:endParaRPr lang="en-US"/>
        </a:p>
      </dgm:t>
    </dgm:pt>
    <dgm:pt modelId="{F302ACB4-2B3F-4A17-B7D8-6DC2493219B9}">
      <dgm:prSet/>
      <dgm:spPr/>
      <dgm:t>
        <a:bodyPr/>
        <a:lstStyle/>
        <a:p>
          <a:r>
            <a:rPr lang="en-US"/>
            <a:t>Customer distribution</a:t>
          </a:r>
        </a:p>
      </dgm:t>
    </dgm:pt>
    <dgm:pt modelId="{4FD87A03-5B45-471D-8A12-DBFE369E2C31}" type="parTrans" cxnId="{BBF57E8C-44F1-4927-9B81-709C13C14FF1}">
      <dgm:prSet/>
      <dgm:spPr/>
      <dgm:t>
        <a:bodyPr/>
        <a:lstStyle/>
        <a:p>
          <a:endParaRPr lang="en-US"/>
        </a:p>
      </dgm:t>
    </dgm:pt>
    <dgm:pt modelId="{90ED5FF1-F37F-49BB-8718-788450634DEC}" type="sibTrans" cxnId="{BBF57E8C-44F1-4927-9B81-709C13C14FF1}">
      <dgm:prSet/>
      <dgm:spPr/>
      <dgm:t>
        <a:bodyPr/>
        <a:lstStyle/>
        <a:p>
          <a:endParaRPr lang="en-US"/>
        </a:p>
      </dgm:t>
    </dgm:pt>
    <dgm:pt modelId="{8D0F3E60-2877-4655-8A3B-30FB4555CDA5}">
      <dgm:prSet/>
      <dgm:spPr/>
      <dgm:t>
        <a:bodyPr/>
        <a:lstStyle/>
        <a:p>
          <a:r>
            <a:rPr lang="en-US"/>
            <a:t>Scatter analysis</a:t>
          </a:r>
        </a:p>
      </dgm:t>
    </dgm:pt>
    <dgm:pt modelId="{67AC7A2B-63F9-49DE-8B20-504338638AEE}" type="parTrans" cxnId="{98B9426C-04BA-499F-B086-E036B11B7F94}">
      <dgm:prSet/>
      <dgm:spPr/>
      <dgm:t>
        <a:bodyPr/>
        <a:lstStyle/>
        <a:p>
          <a:endParaRPr lang="en-US"/>
        </a:p>
      </dgm:t>
    </dgm:pt>
    <dgm:pt modelId="{E089B7A8-5AF8-4C50-8AFA-4CD382015A85}" type="sibTrans" cxnId="{98B9426C-04BA-499F-B086-E036B11B7F94}">
      <dgm:prSet/>
      <dgm:spPr/>
      <dgm:t>
        <a:bodyPr/>
        <a:lstStyle/>
        <a:p>
          <a:endParaRPr lang="en-US"/>
        </a:p>
      </dgm:t>
    </dgm:pt>
    <dgm:pt modelId="{B68BDF04-E8E5-4A43-BAD6-B973BE9EB28B}" type="pres">
      <dgm:prSet presAssocID="{3F3656A6-F6DD-4C48-92AD-2D9698AD995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10425D1-8F72-48E0-BA5F-54FB252D0564}" type="pres">
      <dgm:prSet presAssocID="{1AFB35F7-C8DF-4BE6-BC3F-8618C96CAD0D}" presName="hierRoot1" presStyleCnt="0"/>
      <dgm:spPr/>
    </dgm:pt>
    <dgm:pt modelId="{F93A18E9-F85F-425B-8EAF-EB75C5FB6F9C}" type="pres">
      <dgm:prSet presAssocID="{1AFB35F7-C8DF-4BE6-BC3F-8618C96CAD0D}" presName="composite" presStyleCnt="0"/>
      <dgm:spPr/>
    </dgm:pt>
    <dgm:pt modelId="{87D00D43-6194-4938-9729-F1FC31023B85}" type="pres">
      <dgm:prSet presAssocID="{1AFB35F7-C8DF-4BE6-BC3F-8618C96CAD0D}" presName="background" presStyleLbl="node0" presStyleIdx="0" presStyleCnt="3"/>
      <dgm:spPr/>
    </dgm:pt>
    <dgm:pt modelId="{00A1AD78-1E8F-440E-805A-0C2830E58549}" type="pres">
      <dgm:prSet presAssocID="{1AFB35F7-C8DF-4BE6-BC3F-8618C96CAD0D}" presName="text" presStyleLbl="fgAcc0" presStyleIdx="0" presStyleCnt="3">
        <dgm:presLayoutVars>
          <dgm:chPref val="3"/>
        </dgm:presLayoutVars>
      </dgm:prSet>
      <dgm:spPr/>
    </dgm:pt>
    <dgm:pt modelId="{3083A47F-165B-47B9-9CCD-C909E0DA9233}" type="pres">
      <dgm:prSet presAssocID="{1AFB35F7-C8DF-4BE6-BC3F-8618C96CAD0D}" presName="hierChild2" presStyleCnt="0"/>
      <dgm:spPr/>
    </dgm:pt>
    <dgm:pt modelId="{8AAC8333-837F-4C0D-87F2-9FABE5028D14}" type="pres">
      <dgm:prSet presAssocID="{F302ACB4-2B3F-4A17-B7D8-6DC2493219B9}" presName="hierRoot1" presStyleCnt="0"/>
      <dgm:spPr/>
    </dgm:pt>
    <dgm:pt modelId="{E1737E68-9674-487A-9539-7D02E7ECF9A2}" type="pres">
      <dgm:prSet presAssocID="{F302ACB4-2B3F-4A17-B7D8-6DC2493219B9}" presName="composite" presStyleCnt="0"/>
      <dgm:spPr/>
    </dgm:pt>
    <dgm:pt modelId="{8AF5AE89-C0D5-482B-B417-FB45F2B0BC5E}" type="pres">
      <dgm:prSet presAssocID="{F302ACB4-2B3F-4A17-B7D8-6DC2493219B9}" presName="background" presStyleLbl="node0" presStyleIdx="1" presStyleCnt="3"/>
      <dgm:spPr/>
    </dgm:pt>
    <dgm:pt modelId="{B33380DF-293E-4081-ACFC-B5640747F87B}" type="pres">
      <dgm:prSet presAssocID="{F302ACB4-2B3F-4A17-B7D8-6DC2493219B9}" presName="text" presStyleLbl="fgAcc0" presStyleIdx="1" presStyleCnt="3">
        <dgm:presLayoutVars>
          <dgm:chPref val="3"/>
        </dgm:presLayoutVars>
      </dgm:prSet>
      <dgm:spPr/>
    </dgm:pt>
    <dgm:pt modelId="{22494BE1-5E78-42AF-95CE-CACCC277EF03}" type="pres">
      <dgm:prSet presAssocID="{F302ACB4-2B3F-4A17-B7D8-6DC2493219B9}" presName="hierChild2" presStyleCnt="0"/>
      <dgm:spPr/>
    </dgm:pt>
    <dgm:pt modelId="{27A7E8C8-EE30-4A45-BAB2-9A876A8C3AEC}" type="pres">
      <dgm:prSet presAssocID="{8D0F3E60-2877-4655-8A3B-30FB4555CDA5}" presName="hierRoot1" presStyleCnt="0"/>
      <dgm:spPr/>
    </dgm:pt>
    <dgm:pt modelId="{36CA8197-BF40-4B23-B663-F56436ADA438}" type="pres">
      <dgm:prSet presAssocID="{8D0F3E60-2877-4655-8A3B-30FB4555CDA5}" presName="composite" presStyleCnt="0"/>
      <dgm:spPr/>
    </dgm:pt>
    <dgm:pt modelId="{436D0707-F7F8-401E-B4F8-30FDCB47720E}" type="pres">
      <dgm:prSet presAssocID="{8D0F3E60-2877-4655-8A3B-30FB4555CDA5}" presName="background" presStyleLbl="node0" presStyleIdx="2" presStyleCnt="3"/>
      <dgm:spPr/>
    </dgm:pt>
    <dgm:pt modelId="{45FEF299-6DE6-46CD-B3C0-724FEBBF784F}" type="pres">
      <dgm:prSet presAssocID="{8D0F3E60-2877-4655-8A3B-30FB4555CDA5}" presName="text" presStyleLbl="fgAcc0" presStyleIdx="2" presStyleCnt="3">
        <dgm:presLayoutVars>
          <dgm:chPref val="3"/>
        </dgm:presLayoutVars>
      </dgm:prSet>
      <dgm:spPr/>
    </dgm:pt>
    <dgm:pt modelId="{3726A915-896D-4FBD-984A-067A2A2EEBEE}" type="pres">
      <dgm:prSet presAssocID="{8D0F3E60-2877-4655-8A3B-30FB4555CDA5}" presName="hierChild2" presStyleCnt="0"/>
      <dgm:spPr/>
    </dgm:pt>
  </dgm:ptLst>
  <dgm:cxnLst>
    <dgm:cxn modelId="{920E1D2B-3F24-4283-B202-41A5E9F5DE12}" type="presOf" srcId="{8D0F3E60-2877-4655-8A3B-30FB4555CDA5}" destId="{45FEF299-6DE6-46CD-B3C0-724FEBBF784F}" srcOrd="0" destOrd="0" presId="urn:microsoft.com/office/officeart/2005/8/layout/hierarchy1"/>
    <dgm:cxn modelId="{052C195B-DB93-4E69-9BE5-69EBAE86A0AD}" srcId="{3F3656A6-F6DD-4C48-92AD-2D9698AD995E}" destId="{1AFB35F7-C8DF-4BE6-BC3F-8618C96CAD0D}" srcOrd="0" destOrd="0" parTransId="{BC743ABF-36C8-43CD-B96E-F6E238FDF611}" sibTransId="{41F3AB5B-8FCB-4163-A90E-4A0D8CC0716B}"/>
    <dgm:cxn modelId="{98B9426C-04BA-499F-B086-E036B11B7F94}" srcId="{3F3656A6-F6DD-4C48-92AD-2D9698AD995E}" destId="{8D0F3E60-2877-4655-8A3B-30FB4555CDA5}" srcOrd="2" destOrd="0" parTransId="{67AC7A2B-63F9-49DE-8B20-504338638AEE}" sibTransId="{E089B7A8-5AF8-4C50-8AFA-4CD382015A85}"/>
    <dgm:cxn modelId="{BBF57E8C-44F1-4927-9B81-709C13C14FF1}" srcId="{3F3656A6-F6DD-4C48-92AD-2D9698AD995E}" destId="{F302ACB4-2B3F-4A17-B7D8-6DC2493219B9}" srcOrd="1" destOrd="0" parTransId="{4FD87A03-5B45-471D-8A12-DBFE369E2C31}" sibTransId="{90ED5FF1-F37F-49BB-8718-788450634DEC}"/>
    <dgm:cxn modelId="{748666B1-ED6B-4E80-9557-CFBD65299FC0}" type="presOf" srcId="{1AFB35F7-C8DF-4BE6-BC3F-8618C96CAD0D}" destId="{00A1AD78-1E8F-440E-805A-0C2830E58549}" srcOrd="0" destOrd="0" presId="urn:microsoft.com/office/officeart/2005/8/layout/hierarchy1"/>
    <dgm:cxn modelId="{9FF9FAB2-81C0-4412-A892-1950B1FF7CED}" type="presOf" srcId="{F302ACB4-2B3F-4A17-B7D8-6DC2493219B9}" destId="{B33380DF-293E-4081-ACFC-B5640747F87B}" srcOrd="0" destOrd="0" presId="urn:microsoft.com/office/officeart/2005/8/layout/hierarchy1"/>
    <dgm:cxn modelId="{65DF2FF1-ED60-492D-B8C9-8B45823E4045}" type="presOf" srcId="{3F3656A6-F6DD-4C48-92AD-2D9698AD995E}" destId="{B68BDF04-E8E5-4A43-BAD6-B973BE9EB28B}" srcOrd="0" destOrd="0" presId="urn:microsoft.com/office/officeart/2005/8/layout/hierarchy1"/>
    <dgm:cxn modelId="{6FCCD646-1787-430B-BFCC-A1EF0CDADAA9}" type="presParOf" srcId="{B68BDF04-E8E5-4A43-BAD6-B973BE9EB28B}" destId="{D10425D1-8F72-48E0-BA5F-54FB252D0564}" srcOrd="0" destOrd="0" presId="urn:microsoft.com/office/officeart/2005/8/layout/hierarchy1"/>
    <dgm:cxn modelId="{33606146-8129-4869-9A47-6F5DC25CFF0D}" type="presParOf" srcId="{D10425D1-8F72-48E0-BA5F-54FB252D0564}" destId="{F93A18E9-F85F-425B-8EAF-EB75C5FB6F9C}" srcOrd="0" destOrd="0" presId="urn:microsoft.com/office/officeart/2005/8/layout/hierarchy1"/>
    <dgm:cxn modelId="{C22420CC-11B5-4BEF-9668-5491DA57EB84}" type="presParOf" srcId="{F93A18E9-F85F-425B-8EAF-EB75C5FB6F9C}" destId="{87D00D43-6194-4938-9729-F1FC31023B85}" srcOrd="0" destOrd="0" presId="urn:microsoft.com/office/officeart/2005/8/layout/hierarchy1"/>
    <dgm:cxn modelId="{649E18E2-BDCF-41CD-AFF1-225A714364D2}" type="presParOf" srcId="{F93A18E9-F85F-425B-8EAF-EB75C5FB6F9C}" destId="{00A1AD78-1E8F-440E-805A-0C2830E58549}" srcOrd="1" destOrd="0" presId="urn:microsoft.com/office/officeart/2005/8/layout/hierarchy1"/>
    <dgm:cxn modelId="{9F04CD4D-5DA4-4178-8656-9250010995CD}" type="presParOf" srcId="{D10425D1-8F72-48E0-BA5F-54FB252D0564}" destId="{3083A47F-165B-47B9-9CCD-C909E0DA9233}" srcOrd="1" destOrd="0" presId="urn:microsoft.com/office/officeart/2005/8/layout/hierarchy1"/>
    <dgm:cxn modelId="{B09BC2F7-7D94-4EF6-BB5C-38309A7B7CAE}" type="presParOf" srcId="{B68BDF04-E8E5-4A43-BAD6-B973BE9EB28B}" destId="{8AAC8333-837F-4C0D-87F2-9FABE5028D14}" srcOrd="1" destOrd="0" presId="urn:microsoft.com/office/officeart/2005/8/layout/hierarchy1"/>
    <dgm:cxn modelId="{A839C054-C056-44C3-8571-C20D98ADE531}" type="presParOf" srcId="{8AAC8333-837F-4C0D-87F2-9FABE5028D14}" destId="{E1737E68-9674-487A-9539-7D02E7ECF9A2}" srcOrd="0" destOrd="0" presId="urn:microsoft.com/office/officeart/2005/8/layout/hierarchy1"/>
    <dgm:cxn modelId="{F63E35F9-F9A3-4DA7-A894-C5BB9E0C6848}" type="presParOf" srcId="{E1737E68-9674-487A-9539-7D02E7ECF9A2}" destId="{8AF5AE89-C0D5-482B-B417-FB45F2B0BC5E}" srcOrd="0" destOrd="0" presId="urn:microsoft.com/office/officeart/2005/8/layout/hierarchy1"/>
    <dgm:cxn modelId="{5ED8C16D-6C75-44CC-8B98-482B37533712}" type="presParOf" srcId="{E1737E68-9674-487A-9539-7D02E7ECF9A2}" destId="{B33380DF-293E-4081-ACFC-B5640747F87B}" srcOrd="1" destOrd="0" presId="urn:microsoft.com/office/officeart/2005/8/layout/hierarchy1"/>
    <dgm:cxn modelId="{10319243-88FB-4A54-B8D1-15610DC5E69B}" type="presParOf" srcId="{8AAC8333-837F-4C0D-87F2-9FABE5028D14}" destId="{22494BE1-5E78-42AF-95CE-CACCC277EF03}" srcOrd="1" destOrd="0" presId="urn:microsoft.com/office/officeart/2005/8/layout/hierarchy1"/>
    <dgm:cxn modelId="{8C348A3E-4B8A-448B-801B-6C1262FCC57C}" type="presParOf" srcId="{B68BDF04-E8E5-4A43-BAD6-B973BE9EB28B}" destId="{27A7E8C8-EE30-4A45-BAB2-9A876A8C3AEC}" srcOrd="2" destOrd="0" presId="urn:microsoft.com/office/officeart/2005/8/layout/hierarchy1"/>
    <dgm:cxn modelId="{63CCCFC0-E935-4912-968F-6D96C676468B}" type="presParOf" srcId="{27A7E8C8-EE30-4A45-BAB2-9A876A8C3AEC}" destId="{36CA8197-BF40-4B23-B663-F56436ADA438}" srcOrd="0" destOrd="0" presId="urn:microsoft.com/office/officeart/2005/8/layout/hierarchy1"/>
    <dgm:cxn modelId="{5D6C78FE-85D0-4FC7-ADD6-0FB10452B8E4}" type="presParOf" srcId="{36CA8197-BF40-4B23-B663-F56436ADA438}" destId="{436D0707-F7F8-401E-B4F8-30FDCB47720E}" srcOrd="0" destOrd="0" presId="urn:microsoft.com/office/officeart/2005/8/layout/hierarchy1"/>
    <dgm:cxn modelId="{33A5545B-A86E-46E3-9B70-5EA6391839FC}" type="presParOf" srcId="{36CA8197-BF40-4B23-B663-F56436ADA438}" destId="{45FEF299-6DE6-46CD-B3C0-724FEBBF784F}" srcOrd="1" destOrd="0" presId="urn:microsoft.com/office/officeart/2005/8/layout/hierarchy1"/>
    <dgm:cxn modelId="{5364605F-B741-4ACE-8A01-83866DE0063F}" type="presParOf" srcId="{27A7E8C8-EE30-4A45-BAB2-9A876A8C3AEC}" destId="{3726A915-896D-4FBD-984A-067A2A2EEBE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EB8BCE3-FFA7-4326-B02D-A5AA6B2A6B9B}" type="doc">
      <dgm:prSet loTypeId="urn:microsoft.com/office/officeart/2008/layout/AlternatingHexagons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3F9177-E22C-4111-9404-216016C3E592}">
      <dgm:prSet/>
      <dgm:spPr/>
      <dgm:t>
        <a:bodyPr/>
        <a:lstStyle/>
        <a:p>
          <a:r>
            <a:rPr lang="en-US"/>
            <a:t>Clean data</a:t>
          </a:r>
        </a:p>
      </dgm:t>
    </dgm:pt>
    <dgm:pt modelId="{1185AED4-0713-4DB3-A674-AD456F4C8F0E}" type="parTrans" cxnId="{9C5540DE-5D54-4809-873E-5369E0505995}">
      <dgm:prSet/>
      <dgm:spPr/>
      <dgm:t>
        <a:bodyPr/>
        <a:lstStyle/>
        <a:p>
          <a:endParaRPr lang="en-US"/>
        </a:p>
      </dgm:t>
    </dgm:pt>
    <dgm:pt modelId="{1A03FF48-2598-4A53-B1CB-9726EB9A6463}" type="sibTrans" cxnId="{9C5540DE-5D54-4809-873E-5369E0505995}">
      <dgm:prSet/>
      <dgm:spPr/>
      <dgm:t>
        <a:bodyPr/>
        <a:lstStyle/>
        <a:p>
          <a:endParaRPr lang="en-US"/>
        </a:p>
      </dgm:t>
    </dgm:pt>
    <dgm:pt modelId="{E7F57CDE-5421-42CB-9046-7DA12E02F97A}">
      <dgm:prSet/>
      <dgm:spPr/>
      <dgm:t>
        <a:bodyPr/>
        <a:lstStyle/>
        <a:p>
          <a:r>
            <a:rPr lang="en-US"/>
            <a:t>Analyze patterns</a:t>
          </a:r>
        </a:p>
      </dgm:t>
    </dgm:pt>
    <dgm:pt modelId="{0EB3784A-00B8-406F-9D49-442DE890EEB5}" type="parTrans" cxnId="{9D8C2950-9C10-48FD-8FB1-BEE9C19AD4F9}">
      <dgm:prSet/>
      <dgm:spPr/>
      <dgm:t>
        <a:bodyPr/>
        <a:lstStyle/>
        <a:p>
          <a:endParaRPr lang="en-US"/>
        </a:p>
      </dgm:t>
    </dgm:pt>
    <dgm:pt modelId="{59E9E0D3-7AD3-4577-9E81-79F802EC7B22}" type="sibTrans" cxnId="{9D8C2950-9C10-48FD-8FB1-BEE9C19AD4F9}">
      <dgm:prSet/>
      <dgm:spPr/>
      <dgm:t>
        <a:bodyPr/>
        <a:lstStyle/>
        <a:p>
          <a:endParaRPr lang="en-US"/>
        </a:p>
      </dgm:t>
    </dgm:pt>
    <dgm:pt modelId="{5A85B5FC-35FA-4AC1-BE26-54CBB26C9BDE}" type="pres">
      <dgm:prSet presAssocID="{FEB8BCE3-FFA7-4326-B02D-A5AA6B2A6B9B}" presName="Name0" presStyleCnt="0">
        <dgm:presLayoutVars>
          <dgm:chMax/>
          <dgm:chPref/>
          <dgm:dir/>
          <dgm:animLvl val="lvl"/>
        </dgm:presLayoutVars>
      </dgm:prSet>
      <dgm:spPr/>
    </dgm:pt>
    <dgm:pt modelId="{EE0F325D-8FC7-40F7-B2DD-CD1A83C8FB33}" type="pres">
      <dgm:prSet presAssocID="{A23F9177-E22C-4111-9404-216016C3E592}" presName="composite" presStyleCnt="0"/>
      <dgm:spPr/>
    </dgm:pt>
    <dgm:pt modelId="{58E9008F-7D2D-433B-A9BB-4E736398073F}" type="pres">
      <dgm:prSet presAssocID="{A23F9177-E22C-4111-9404-216016C3E592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1C468D48-D53A-4018-AF25-5546C8D1279B}" type="pres">
      <dgm:prSet presAssocID="{A23F9177-E22C-4111-9404-216016C3E592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5D4A766E-05BF-496F-8E59-00F3F7DF545E}" type="pres">
      <dgm:prSet presAssocID="{A23F9177-E22C-4111-9404-216016C3E592}" presName="BalanceSpacing" presStyleCnt="0"/>
      <dgm:spPr/>
    </dgm:pt>
    <dgm:pt modelId="{410D20AF-634E-4FBF-9E15-9531B43836F4}" type="pres">
      <dgm:prSet presAssocID="{A23F9177-E22C-4111-9404-216016C3E592}" presName="BalanceSpacing1" presStyleCnt="0"/>
      <dgm:spPr/>
    </dgm:pt>
    <dgm:pt modelId="{29BCBAB9-0BF3-4AE4-ADB6-21FB01F14559}" type="pres">
      <dgm:prSet presAssocID="{1A03FF48-2598-4A53-B1CB-9726EB9A6463}" presName="Accent1Text" presStyleLbl="node1" presStyleIdx="1" presStyleCnt="4"/>
      <dgm:spPr/>
    </dgm:pt>
    <dgm:pt modelId="{0154EEE3-B208-48A1-B753-AAAE28BFC97A}" type="pres">
      <dgm:prSet presAssocID="{1A03FF48-2598-4A53-B1CB-9726EB9A6463}" presName="spaceBetweenRectangles" presStyleCnt="0"/>
      <dgm:spPr/>
    </dgm:pt>
    <dgm:pt modelId="{F2366B9D-2248-486E-9871-2105F5A1563E}" type="pres">
      <dgm:prSet presAssocID="{E7F57CDE-5421-42CB-9046-7DA12E02F97A}" presName="composite" presStyleCnt="0"/>
      <dgm:spPr/>
    </dgm:pt>
    <dgm:pt modelId="{CB756A5F-342A-4CDA-B3A4-87A19D039C58}" type="pres">
      <dgm:prSet presAssocID="{E7F57CDE-5421-42CB-9046-7DA12E02F97A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61F9B887-5CF8-49AC-93BD-D48DE5487FA2}" type="pres">
      <dgm:prSet presAssocID="{E7F57CDE-5421-42CB-9046-7DA12E02F97A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41E75D57-4F23-4BFA-8A41-B88F9D73BB61}" type="pres">
      <dgm:prSet presAssocID="{E7F57CDE-5421-42CB-9046-7DA12E02F97A}" presName="BalanceSpacing" presStyleCnt="0"/>
      <dgm:spPr/>
    </dgm:pt>
    <dgm:pt modelId="{76836FC1-4A14-4A1D-A056-2E6A14F0E25D}" type="pres">
      <dgm:prSet presAssocID="{E7F57CDE-5421-42CB-9046-7DA12E02F97A}" presName="BalanceSpacing1" presStyleCnt="0"/>
      <dgm:spPr/>
    </dgm:pt>
    <dgm:pt modelId="{CC77DD4D-8CD2-45B0-A0DA-0DA622F52F1E}" type="pres">
      <dgm:prSet presAssocID="{59E9E0D3-7AD3-4577-9E81-79F802EC7B22}" presName="Accent1Text" presStyleLbl="node1" presStyleIdx="3" presStyleCnt="4"/>
      <dgm:spPr/>
    </dgm:pt>
  </dgm:ptLst>
  <dgm:cxnLst>
    <dgm:cxn modelId="{2A84A902-95E0-4C8F-8472-FB1ABAD4E57B}" type="presOf" srcId="{E7F57CDE-5421-42CB-9046-7DA12E02F97A}" destId="{CB756A5F-342A-4CDA-B3A4-87A19D039C58}" srcOrd="0" destOrd="0" presId="urn:microsoft.com/office/officeart/2008/layout/AlternatingHexagons"/>
    <dgm:cxn modelId="{7E00E11A-4065-44DC-9BB8-8351EF0DA034}" type="presOf" srcId="{FEB8BCE3-FFA7-4326-B02D-A5AA6B2A6B9B}" destId="{5A85B5FC-35FA-4AC1-BE26-54CBB26C9BDE}" srcOrd="0" destOrd="0" presId="urn:microsoft.com/office/officeart/2008/layout/AlternatingHexagons"/>
    <dgm:cxn modelId="{19B4EE4E-C95C-49D1-AAC9-6B007E95498A}" type="presOf" srcId="{A23F9177-E22C-4111-9404-216016C3E592}" destId="{58E9008F-7D2D-433B-A9BB-4E736398073F}" srcOrd="0" destOrd="0" presId="urn:microsoft.com/office/officeart/2008/layout/AlternatingHexagons"/>
    <dgm:cxn modelId="{9D8C2950-9C10-48FD-8FB1-BEE9C19AD4F9}" srcId="{FEB8BCE3-FFA7-4326-B02D-A5AA6B2A6B9B}" destId="{E7F57CDE-5421-42CB-9046-7DA12E02F97A}" srcOrd="1" destOrd="0" parTransId="{0EB3784A-00B8-406F-9D49-442DE890EEB5}" sibTransId="{59E9E0D3-7AD3-4577-9E81-79F802EC7B22}"/>
    <dgm:cxn modelId="{5A78FE8A-F69B-474D-859E-572A7B5A3A1E}" type="presOf" srcId="{1A03FF48-2598-4A53-B1CB-9726EB9A6463}" destId="{29BCBAB9-0BF3-4AE4-ADB6-21FB01F14559}" srcOrd="0" destOrd="0" presId="urn:microsoft.com/office/officeart/2008/layout/AlternatingHexagons"/>
    <dgm:cxn modelId="{9C5540DE-5D54-4809-873E-5369E0505995}" srcId="{FEB8BCE3-FFA7-4326-B02D-A5AA6B2A6B9B}" destId="{A23F9177-E22C-4111-9404-216016C3E592}" srcOrd="0" destOrd="0" parTransId="{1185AED4-0713-4DB3-A674-AD456F4C8F0E}" sibTransId="{1A03FF48-2598-4A53-B1CB-9726EB9A6463}"/>
    <dgm:cxn modelId="{A033A6E4-9471-4AC3-93F7-74EF37C6965C}" type="presOf" srcId="{59E9E0D3-7AD3-4577-9E81-79F802EC7B22}" destId="{CC77DD4D-8CD2-45B0-A0DA-0DA622F52F1E}" srcOrd="0" destOrd="0" presId="urn:microsoft.com/office/officeart/2008/layout/AlternatingHexagons"/>
    <dgm:cxn modelId="{5F60D543-D229-4256-BE14-495EC9522ACE}" type="presParOf" srcId="{5A85B5FC-35FA-4AC1-BE26-54CBB26C9BDE}" destId="{EE0F325D-8FC7-40F7-B2DD-CD1A83C8FB33}" srcOrd="0" destOrd="0" presId="urn:microsoft.com/office/officeart/2008/layout/AlternatingHexagons"/>
    <dgm:cxn modelId="{C1765A2A-084C-4A55-8372-6617BBA90065}" type="presParOf" srcId="{EE0F325D-8FC7-40F7-B2DD-CD1A83C8FB33}" destId="{58E9008F-7D2D-433B-A9BB-4E736398073F}" srcOrd="0" destOrd="0" presId="urn:microsoft.com/office/officeart/2008/layout/AlternatingHexagons"/>
    <dgm:cxn modelId="{98440793-8383-4772-A91B-B3822CEBF029}" type="presParOf" srcId="{EE0F325D-8FC7-40F7-B2DD-CD1A83C8FB33}" destId="{1C468D48-D53A-4018-AF25-5546C8D1279B}" srcOrd="1" destOrd="0" presId="urn:microsoft.com/office/officeart/2008/layout/AlternatingHexagons"/>
    <dgm:cxn modelId="{6A40C208-44C5-4DEF-9E92-9E80448FACF0}" type="presParOf" srcId="{EE0F325D-8FC7-40F7-B2DD-CD1A83C8FB33}" destId="{5D4A766E-05BF-496F-8E59-00F3F7DF545E}" srcOrd="2" destOrd="0" presId="urn:microsoft.com/office/officeart/2008/layout/AlternatingHexagons"/>
    <dgm:cxn modelId="{EF8E8AED-E8B2-45EC-BC34-FE3D8DA5AEE6}" type="presParOf" srcId="{EE0F325D-8FC7-40F7-B2DD-CD1A83C8FB33}" destId="{410D20AF-634E-4FBF-9E15-9531B43836F4}" srcOrd="3" destOrd="0" presId="urn:microsoft.com/office/officeart/2008/layout/AlternatingHexagons"/>
    <dgm:cxn modelId="{4868AC1A-3B28-4A4B-875A-E0689D8F1593}" type="presParOf" srcId="{EE0F325D-8FC7-40F7-B2DD-CD1A83C8FB33}" destId="{29BCBAB9-0BF3-4AE4-ADB6-21FB01F14559}" srcOrd="4" destOrd="0" presId="urn:microsoft.com/office/officeart/2008/layout/AlternatingHexagons"/>
    <dgm:cxn modelId="{BD314A0E-820F-44E4-B39D-7C003812B674}" type="presParOf" srcId="{5A85B5FC-35FA-4AC1-BE26-54CBB26C9BDE}" destId="{0154EEE3-B208-48A1-B753-AAAE28BFC97A}" srcOrd="1" destOrd="0" presId="urn:microsoft.com/office/officeart/2008/layout/AlternatingHexagons"/>
    <dgm:cxn modelId="{4212328E-D666-4C76-8BB0-C26381E0DB7A}" type="presParOf" srcId="{5A85B5FC-35FA-4AC1-BE26-54CBB26C9BDE}" destId="{F2366B9D-2248-486E-9871-2105F5A1563E}" srcOrd="2" destOrd="0" presId="urn:microsoft.com/office/officeart/2008/layout/AlternatingHexagons"/>
    <dgm:cxn modelId="{45D4D449-21F9-4152-AB43-3EF1D8E0FD9F}" type="presParOf" srcId="{F2366B9D-2248-486E-9871-2105F5A1563E}" destId="{CB756A5F-342A-4CDA-B3A4-87A19D039C58}" srcOrd="0" destOrd="0" presId="urn:microsoft.com/office/officeart/2008/layout/AlternatingHexagons"/>
    <dgm:cxn modelId="{519A7205-E7A0-4455-ADFD-54AB3D9A272B}" type="presParOf" srcId="{F2366B9D-2248-486E-9871-2105F5A1563E}" destId="{61F9B887-5CF8-49AC-93BD-D48DE5487FA2}" srcOrd="1" destOrd="0" presId="urn:microsoft.com/office/officeart/2008/layout/AlternatingHexagons"/>
    <dgm:cxn modelId="{D766C0B1-E801-4848-A33D-C90C239BA882}" type="presParOf" srcId="{F2366B9D-2248-486E-9871-2105F5A1563E}" destId="{41E75D57-4F23-4BFA-8A41-B88F9D73BB61}" srcOrd="2" destOrd="0" presId="urn:microsoft.com/office/officeart/2008/layout/AlternatingHexagons"/>
    <dgm:cxn modelId="{16A3AED9-A187-4639-876D-59835377346B}" type="presParOf" srcId="{F2366B9D-2248-486E-9871-2105F5A1563E}" destId="{76836FC1-4A14-4A1D-A056-2E6A14F0E25D}" srcOrd="3" destOrd="0" presId="urn:microsoft.com/office/officeart/2008/layout/AlternatingHexagons"/>
    <dgm:cxn modelId="{6B9A5057-6DBF-473F-BE6E-610A51C6786D}" type="presParOf" srcId="{F2366B9D-2248-486E-9871-2105F5A1563E}" destId="{CC77DD4D-8CD2-45B0-A0DA-0DA622F52F1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8C47B-C1B3-4D34-B40D-F2ABC0469A11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279FF-CF53-4024-8187-13B12A493171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8B36A-A302-4EA5-A422-45D848371AFA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Core of ML algorithms</a:t>
          </a:r>
        </a:p>
      </dsp:txBody>
      <dsp:txXfrm>
        <a:off x="46529" y="2703902"/>
        <a:ext cx="2418750" cy="720000"/>
      </dsp:txXfrm>
    </dsp:sp>
    <dsp:sp modelId="{E4475DA1-2DFC-44EE-B677-3B4B1D1356F0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62253-E33F-4EBC-B793-A0B1A4C4352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04DD4-DCC9-4355-8B71-87BD1F73BF3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Used in embeddings, CNNs, transformers</a:t>
          </a:r>
        </a:p>
      </dsp:txBody>
      <dsp:txXfrm>
        <a:off x="2888560" y="2703902"/>
        <a:ext cx="2418750" cy="720000"/>
      </dsp:txXfrm>
    </dsp:sp>
    <dsp:sp modelId="{F55757B0-81B0-4B91-A6C7-12ECE37940D8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2DDA4-B12A-4F48-85D4-2C5A283A458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A548C-4C79-4BBE-A773-8CCD31A924A2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Optimization uses matrix calculus</a:t>
          </a:r>
        </a:p>
      </dsp:txBody>
      <dsp:txXfrm>
        <a:off x="5730591" y="2703902"/>
        <a:ext cx="241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25C010-7DA3-4489-A099-E80B0A9FDE2E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Scalar: single value</a:t>
          </a:r>
        </a:p>
      </dsp:txBody>
      <dsp:txXfrm>
        <a:off x="715337" y="2413"/>
        <a:ext cx="3221521" cy="1932912"/>
      </dsp:txXfrm>
    </dsp:sp>
    <dsp:sp modelId="{14E9BE89-3510-46E0-A7F5-B6693FD0F4B1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Vector: 1D array</a:t>
          </a:r>
        </a:p>
      </dsp:txBody>
      <dsp:txXfrm>
        <a:off x="4259011" y="2413"/>
        <a:ext cx="3221521" cy="1932912"/>
      </dsp:txXfrm>
    </dsp:sp>
    <dsp:sp modelId="{5B9AAA8A-7069-4E32-ABB1-0154B05C2F76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Matrix: 2D</a:t>
          </a:r>
        </a:p>
      </dsp:txBody>
      <dsp:txXfrm>
        <a:off x="715337" y="2257478"/>
        <a:ext cx="3221521" cy="1932912"/>
      </dsp:txXfrm>
    </dsp:sp>
    <dsp:sp modelId="{0E2F3BE4-AFA6-47BC-99E5-5ACA8840C534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Tensor: multi-dimensional</a:t>
          </a:r>
        </a:p>
      </dsp:txBody>
      <dsp:txXfrm>
        <a:off x="4259011" y="2257478"/>
        <a:ext cx="3221521" cy="1932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778E6-DA5A-4861-915C-D51D59B17702}">
      <dsp:nvSpPr>
        <dsp:cNvPr id="0" name=""/>
        <dsp:cNvSpPr/>
      </dsp:nvSpPr>
      <dsp:spPr>
        <a:xfrm>
          <a:off x="393299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B79CE-8BED-4F4E-AFCC-38C59F3BF9D1}">
      <dsp:nvSpPr>
        <dsp:cNvPr id="0" name=""/>
        <dsp:cNvSpPr/>
      </dsp:nvSpPr>
      <dsp:spPr>
        <a:xfrm>
          <a:off x="627299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768B8-915B-47F5-A7DD-DD012CE2FFC0}">
      <dsp:nvSpPr>
        <dsp:cNvPr id="0" name=""/>
        <dsp:cNvSpPr/>
      </dsp:nvSpPr>
      <dsp:spPr>
        <a:xfrm>
          <a:off x="42299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Addition &amp; subtraction</a:t>
          </a:r>
        </a:p>
      </dsp:txBody>
      <dsp:txXfrm>
        <a:off x="42299" y="2622981"/>
        <a:ext cx="1800000" cy="720000"/>
      </dsp:txXfrm>
    </dsp:sp>
    <dsp:sp modelId="{8D66EC32-4E7E-41AD-8173-29FFAEAF3A42}">
      <dsp:nvSpPr>
        <dsp:cNvPr id="0" name=""/>
        <dsp:cNvSpPr/>
      </dsp:nvSpPr>
      <dsp:spPr>
        <a:xfrm>
          <a:off x="250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F0F8E-55BE-4601-9D5F-385BDFF5B411}">
      <dsp:nvSpPr>
        <dsp:cNvPr id="0" name=""/>
        <dsp:cNvSpPr/>
      </dsp:nvSpPr>
      <dsp:spPr>
        <a:xfrm>
          <a:off x="274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1DBC4-6C15-48DC-B282-1F89068503FA}">
      <dsp:nvSpPr>
        <dsp:cNvPr id="0" name=""/>
        <dsp:cNvSpPr/>
      </dsp:nvSpPr>
      <dsp:spPr>
        <a:xfrm>
          <a:off x="215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Dot product</a:t>
          </a:r>
        </a:p>
      </dsp:txBody>
      <dsp:txXfrm>
        <a:off x="2157300" y="2622981"/>
        <a:ext cx="1800000" cy="720000"/>
      </dsp:txXfrm>
    </dsp:sp>
    <dsp:sp modelId="{F4858D3F-B968-4EBF-BF26-67E1F3F365ED}">
      <dsp:nvSpPr>
        <dsp:cNvPr id="0" name=""/>
        <dsp:cNvSpPr/>
      </dsp:nvSpPr>
      <dsp:spPr>
        <a:xfrm>
          <a:off x="4623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D8B85-E66F-4585-BA4C-20528340D342}">
      <dsp:nvSpPr>
        <dsp:cNvPr id="0" name=""/>
        <dsp:cNvSpPr/>
      </dsp:nvSpPr>
      <dsp:spPr>
        <a:xfrm>
          <a:off x="4857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25525-68B5-4A8E-BBDA-BF3428F8C8D3}">
      <dsp:nvSpPr>
        <dsp:cNvPr id="0" name=""/>
        <dsp:cNvSpPr/>
      </dsp:nvSpPr>
      <dsp:spPr>
        <a:xfrm>
          <a:off x="4272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Cosine similarity</a:t>
          </a:r>
        </a:p>
      </dsp:txBody>
      <dsp:txXfrm>
        <a:off x="4272300" y="2622981"/>
        <a:ext cx="1800000" cy="720000"/>
      </dsp:txXfrm>
    </dsp:sp>
    <dsp:sp modelId="{05380C6C-478C-4A37-8387-F573A01FA1F3}">
      <dsp:nvSpPr>
        <dsp:cNvPr id="0" name=""/>
        <dsp:cNvSpPr/>
      </dsp:nvSpPr>
      <dsp:spPr>
        <a:xfrm>
          <a:off x="6738300" y="1182981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E64F2C-57FB-4301-A0AA-A0B76A6212CC}">
      <dsp:nvSpPr>
        <dsp:cNvPr id="0" name=""/>
        <dsp:cNvSpPr/>
      </dsp:nvSpPr>
      <dsp:spPr>
        <a:xfrm>
          <a:off x="6972300" y="141698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6F742-A9A2-448D-85BE-3425FA8B687D}">
      <dsp:nvSpPr>
        <dsp:cNvPr id="0" name=""/>
        <dsp:cNvSpPr/>
      </dsp:nvSpPr>
      <dsp:spPr>
        <a:xfrm>
          <a:off x="6387300" y="262298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Magnitude</a:t>
          </a:r>
        </a:p>
      </dsp:txBody>
      <dsp:txXfrm>
        <a:off x="6387300" y="2622981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2EA1CC-78EF-4E61-96F7-47CEC5CA5570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Addition &amp; multiplication</a:t>
          </a:r>
        </a:p>
      </dsp:txBody>
      <dsp:txXfrm>
        <a:off x="1045320" y="2124"/>
        <a:ext cx="2868885" cy="1721331"/>
      </dsp:txXfrm>
    </dsp:sp>
    <dsp:sp modelId="{EC77A24F-7A51-44BC-87EC-D32B715AC322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Transpose</a:t>
          </a:r>
        </a:p>
      </dsp:txBody>
      <dsp:txXfrm>
        <a:off x="4201094" y="2124"/>
        <a:ext cx="2868885" cy="1721331"/>
      </dsp:txXfrm>
    </dsp:sp>
    <dsp:sp modelId="{751489DC-8725-4516-BCA2-595A8C1657C0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Inverse</a:t>
          </a:r>
        </a:p>
      </dsp:txBody>
      <dsp:txXfrm>
        <a:off x="1045320" y="2010343"/>
        <a:ext cx="2868885" cy="1721331"/>
      </dsp:txXfrm>
    </dsp:sp>
    <dsp:sp modelId="{D5F2D9D8-BE65-4C0E-8D67-1533B99C21C9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Identity matrix</a:t>
          </a:r>
        </a:p>
      </dsp:txBody>
      <dsp:txXfrm>
        <a:off x="4201094" y="2010343"/>
        <a:ext cx="2868885" cy="17213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09E7C-89E2-45D4-B404-FDF3EE284145}">
      <dsp:nvSpPr>
        <dsp:cNvPr id="0" name=""/>
        <dsp:cNvSpPr/>
      </dsp:nvSpPr>
      <dsp:spPr>
        <a:xfrm>
          <a:off x="0" y="11283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1. Handling Missing Values</a:t>
          </a:r>
          <a:endParaRPr lang="en-US" sz="1800" kern="1200" dirty="0"/>
        </a:p>
      </dsp:txBody>
      <dsp:txXfrm>
        <a:off x="21075" y="133911"/>
        <a:ext cx="8187450" cy="389580"/>
      </dsp:txXfrm>
    </dsp:sp>
    <dsp:sp modelId="{7BB65C84-05F8-4BA1-81D9-1BC4C013B754}">
      <dsp:nvSpPr>
        <dsp:cNvPr id="0" name=""/>
        <dsp:cNvSpPr/>
      </dsp:nvSpPr>
      <dsp:spPr>
        <a:xfrm>
          <a:off x="0" y="59640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2. Removing Duplicates</a:t>
          </a:r>
          <a:endParaRPr lang="en-US" sz="1800" kern="1200"/>
        </a:p>
      </dsp:txBody>
      <dsp:txXfrm>
        <a:off x="21075" y="617481"/>
        <a:ext cx="8187450" cy="389580"/>
      </dsp:txXfrm>
    </dsp:sp>
    <dsp:sp modelId="{8BC7E7D6-59D9-4190-A28A-BBFAFD488019}">
      <dsp:nvSpPr>
        <dsp:cNvPr id="0" name=""/>
        <dsp:cNvSpPr/>
      </dsp:nvSpPr>
      <dsp:spPr>
        <a:xfrm>
          <a:off x="0" y="107997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3. Handling Outliers</a:t>
          </a:r>
          <a:endParaRPr lang="en-US" sz="1800" kern="1200"/>
        </a:p>
      </dsp:txBody>
      <dsp:txXfrm>
        <a:off x="21075" y="1101051"/>
        <a:ext cx="8187450" cy="389580"/>
      </dsp:txXfrm>
    </dsp:sp>
    <dsp:sp modelId="{1AB83887-384F-40BF-B951-BAE0279D22CA}">
      <dsp:nvSpPr>
        <dsp:cNvPr id="0" name=""/>
        <dsp:cNvSpPr/>
      </dsp:nvSpPr>
      <dsp:spPr>
        <a:xfrm>
          <a:off x="0" y="156354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4. Encoding Categorical Variables</a:t>
          </a:r>
          <a:endParaRPr lang="en-US" sz="1800" kern="1200"/>
        </a:p>
      </dsp:txBody>
      <dsp:txXfrm>
        <a:off x="21075" y="1584621"/>
        <a:ext cx="8187450" cy="389580"/>
      </dsp:txXfrm>
    </dsp:sp>
    <dsp:sp modelId="{2F67E13A-9FCF-4355-B173-08FBF3A9C266}">
      <dsp:nvSpPr>
        <dsp:cNvPr id="0" name=""/>
        <dsp:cNvSpPr/>
      </dsp:nvSpPr>
      <dsp:spPr>
        <a:xfrm>
          <a:off x="0" y="204711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5. Scaling Numerical Features</a:t>
          </a:r>
          <a:endParaRPr lang="en-US" sz="1800" kern="1200"/>
        </a:p>
      </dsp:txBody>
      <dsp:txXfrm>
        <a:off x="21075" y="2068191"/>
        <a:ext cx="8187450" cy="389580"/>
      </dsp:txXfrm>
    </dsp:sp>
    <dsp:sp modelId="{B384159C-F46E-4C23-97FD-4A5562C26A0D}">
      <dsp:nvSpPr>
        <dsp:cNvPr id="0" name=""/>
        <dsp:cNvSpPr/>
      </dsp:nvSpPr>
      <dsp:spPr>
        <a:xfrm>
          <a:off x="0" y="253068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6. Converting Data Types</a:t>
          </a:r>
          <a:endParaRPr lang="en-US" sz="1800" kern="1200"/>
        </a:p>
      </dsp:txBody>
      <dsp:txXfrm>
        <a:off x="21075" y="2551761"/>
        <a:ext cx="8187450" cy="389580"/>
      </dsp:txXfrm>
    </dsp:sp>
    <dsp:sp modelId="{A0EAF7DF-8628-479A-B3B4-B5FDC81FB005}">
      <dsp:nvSpPr>
        <dsp:cNvPr id="0" name=""/>
        <dsp:cNvSpPr/>
      </dsp:nvSpPr>
      <dsp:spPr>
        <a:xfrm>
          <a:off x="0" y="301425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7. Feature Extraction (Sklearn)</a:t>
          </a:r>
          <a:endParaRPr lang="en-US" sz="1800" kern="1200"/>
        </a:p>
      </dsp:txBody>
      <dsp:txXfrm>
        <a:off x="21075" y="3035331"/>
        <a:ext cx="8187450" cy="389580"/>
      </dsp:txXfrm>
    </dsp:sp>
    <dsp:sp modelId="{157F5696-C45B-404D-9785-2570FD765F08}">
      <dsp:nvSpPr>
        <dsp:cNvPr id="0" name=""/>
        <dsp:cNvSpPr/>
      </dsp:nvSpPr>
      <dsp:spPr>
        <a:xfrm>
          <a:off x="0" y="349782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8. Removing Unnecessary Columns</a:t>
          </a:r>
          <a:endParaRPr lang="en-US" sz="1800" kern="1200"/>
        </a:p>
      </dsp:txBody>
      <dsp:txXfrm>
        <a:off x="21075" y="3518901"/>
        <a:ext cx="8187450" cy="389580"/>
      </dsp:txXfrm>
    </dsp:sp>
    <dsp:sp modelId="{DE052823-A7C2-4CB8-BE3D-ACBE98A9818D}">
      <dsp:nvSpPr>
        <dsp:cNvPr id="0" name=""/>
        <dsp:cNvSpPr/>
      </dsp:nvSpPr>
      <dsp:spPr>
        <a:xfrm>
          <a:off x="0" y="3981396"/>
          <a:ext cx="8229600" cy="43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9. Handling Imbalanced Data (sklearn)</a:t>
          </a:r>
          <a:endParaRPr lang="en-US" sz="1800" kern="1200"/>
        </a:p>
      </dsp:txBody>
      <dsp:txXfrm>
        <a:off x="21075" y="4002471"/>
        <a:ext cx="8187450" cy="3895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CA66F4-5FA7-4859-B70D-3CB7C32FCCBE}">
      <dsp:nvSpPr>
        <dsp:cNvPr id="0" name=""/>
        <dsp:cNvSpPr/>
      </dsp:nvSpPr>
      <dsp:spPr>
        <a:xfrm>
          <a:off x="3784925" y="1223265"/>
          <a:ext cx="1176886" cy="560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1685"/>
              </a:lnTo>
              <a:lnTo>
                <a:pt x="1176886" y="381685"/>
              </a:lnTo>
              <a:lnTo>
                <a:pt x="1176886" y="56009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B5BD96-92E7-4F72-8183-2B2C0299CE71}">
      <dsp:nvSpPr>
        <dsp:cNvPr id="0" name=""/>
        <dsp:cNvSpPr/>
      </dsp:nvSpPr>
      <dsp:spPr>
        <a:xfrm>
          <a:off x="2608039" y="1223265"/>
          <a:ext cx="1176886" cy="560090"/>
        </a:xfrm>
        <a:custGeom>
          <a:avLst/>
          <a:gdLst/>
          <a:ahLst/>
          <a:cxnLst/>
          <a:rect l="0" t="0" r="0" b="0"/>
          <a:pathLst>
            <a:path>
              <a:moveTo>
                <a:pt x="1176886" y="0"/>
              </a:moveTo>
              <a:lnTo>
                <a:pt x="1176886" y="381685"/>
              </a:lnTo>
              <a:lnTo>
                <a:pt x="0" y="381685"/>
              </a:lnTo>
              <a:lnTo>
                <a:pt x="0" y="560090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51614B-7ED4-4D98-A6BE-C24ED4A734DE}">
      <dsp:nvSpPr>
        <dsp:cNvPr id="0" name=""/>
        <dsp:cNvSpPr/>
      </dsp:nvSpPr>
      <dsp:spPr>
        <a:xfrm>
          <a:off x="2822018" y="373"/>
          <a:ext cx="1925813" cy="12228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15150-AA5D-40B0-938C-78B74D54A764}">
      <dsp:nvSpPr>
        <dsp:cNvPr id="0" name=""/>
        <dsp:cNvSpPr/>
      </dsp:nvSpPr>
      <dsp:spPr>
        <a:xfrm>
          <a:off x="3035997" y="203653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Missing value can be treated</a:t>
          </a:r>
        </a:p>
      </dsp:txBody>
      <dsp:txXfrm>
        <a:off x="3071814" y="239470"/>
        <a:ext cx="1854179" cy="1151257"/>
      </dsp:txXfrm>
    </dsp:sp>
    <dsp:sp modelId="{66E2C737-8AAF-489F-91CC-1E67672FE27F}">
      <dsp:nvSpPr>
        <dsp:cNvPr id="0" name=""/>
        <dsp:cNvSpPr/>
      </dsp:nvSpPr>
      <dsp:spPr>
        <a:xfrm>
          <a:off x="1645132" y="1783356"/>
          <a:ext cx="1925813" cy="12228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52915-70A1-4081-8EE3-57601500654C}">
      <dsp:nvSpPr>
        <dsp:cNvPr id="0" name=""/>
        <dsp:cNvSpPr/>
      </dsp:nvSpPr>
      <dsp:spPr>
        <a:xfrm>
          <a:off x="1859111" y="1986636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Using pandas</a:t>
          </a:r>
        </a:p>
      </dsp:txBody>
      <dsp:txXfrm>
        <a:off x="1894928" y="2022453"/>
        <a:ext cx="1854179" cy="1151257"/>
      </dsp:txXfrm>
    </dsp:sp>
    <dsp:sp modelId="{CF92C797-F463-4991-A683-0253D23E1323}">
      <dsp:nvSpPr>
        <dsp:cNvPr id="0" name=""/>
        <dsp:cNvSpPr/>
      </dsp:nvSpPr>
      <dsp:spPr>
        <a:xfrm>
          <a:off x="3998904" y="1783356"/>
          <a:ext cx="1925813" cy="122289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8DC03-0886-4FC1-A5AF-09064E199647}">
      <dsp:nvSpPr>
        <dsp:cNvPr id="0" name=""/>
        <dsp:cNvSpPr/>
      </dsp:nvSpPr>
      <dsp:spPr>
        <a:xfrm>
          <a:off x="4212883" y="1986636"/>
          <a:ext cx="1925813" cy="12228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Using scikit learn </a:t>
          </a:r>
        </a:p>
      </dsp:txBody>
      <dsp:txXfrm>
        <a:off x="4248700" y="2022453"/>
        <a:ext cx="1854179" cy="11512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3ADC6-7098-4117-BDAA-9E5268ACA440}">
      <dsp:nvSpPr>
        <dsp:cNvPr id="0" name=""/>
        <dsp:cNvSpPr/>
      </dsp:nvSpPr>
      <dsp:spPr>
        <a:xfrm>
          <a:off x="0" y="1451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 err="1"/>
            <a:t>Groupby</a:t>
          </a:r>
          <a:endParaRPr lang="en-US" sz="4300" kern="1200" dirty="0"/>
        </a:p>
      </dsp:txBody>
      <dsp:txXfrm>
        <a:off x="50347" y="64858"/>
        <a:ext cx="8128906" cy="930660"/>
      </dsp:txXfrm>
    </dsp:sp>
    <dsp:sp modelId="{067E6CDE-BCEE-4B50-A301-FEC7D2A0F710}">
      <dsp:nvSpPr>
        <dsp:cNvPr id="0" name=""/>
        <dsp:cNvSpPr/>
      </dsp:nvSpPr>
      <dsp:spPr>
        <a:xfrm>
          <a:off x="0" y="116970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Merge</a:t>
          </a:r>
        </a:p>
      </dsp:txBody>
      <dsp:txXfrm>
        <a:off x="50347" y="1220053"/>
        <a:ext cx="8128906" cy="930660"/>
      </dsp:txXfrm>
    </dsp:sp>
    <dsp:sp modelId="{638E4AE4-62C3-4DE1-89EE-D80C8881A067}">
      <dsp:nvSpPr>
        <dsp:cNvPr id="0" name=""/>
        <dsp:cNvSpPr/>
      </dsp:nvSpPr>
      <dsp:spPr>
        <a:xfrm>
          <a:off x="0" y="2324901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Sort</a:t>
          </a:r>
        </a:p>
      </dsp:txBody>
      <dsp:txXfrm>
        <a:off x="50347" y="2375248"/>
        <a:ext cx="8128906" cy="930660"/>
      </dsp:txXfrm>
    </dsp:sp>
    <dsp:sp modelId="{716B0D45-1FC6-437A-AD4A-37CCDF54805E}">
      <dsp:nvSpPr>
        <dsp:cNvPr id="0" name=""/>
        <dsp:cNvSpPr/>
      </dsp:nvSpPr>
      <dsp:spPr>
        <a:xfrm>
          <a:off x="0" y="3480096"/>
          <a:ext cx="8229600" cy="10313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Pivot</a:t>
          </a:r>
        </a:p>
      </dsp:txBody>
      <dsp:txXfrm>
        <a:off x="50347" y="3530443"/>
        <a:ext cx="8128906" cy="9306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E6D5F-3773-466C-8338-C475F02C74FC}">
      <dsp:nvSpPr>
        <dsp:cNvPr id="0" name=""/>
        <dsp:cNvSpPr/>
      </dsp:nvSpPr>
      <dsp:spPr>
        <a:xfrm>
          <a:off x="0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6F345-8D83-4A9D-83A6-0CDD3A2D1E00}">
      <dsp:nvSpPr>
        <dsp:cNvPr id="0" name=""/>
        <dsp:cNvSpPr/>
      </dsp:nvSpPr>
      <dsp:spPr>
        <a:xfrm>
          <a:off x="253603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Encoding</a:t>
          </a:r>
        </a:p>
      </dsp:txBody>
      <dsp:txXfrm>
        <a:off x="296053" y="1305140"/>
        <a:ext cx="2197528" cy="1364441"/>
      </dsp:txXfrm>
    </dsp:sp>
    <dsp:sp modelId="{A4C20AB2-2DA1-437A-9480-79BAB0C2D45A}">
      <dsp:nvSpPr>
        <dsp:cNvPr id="0" name=""/>
        <dsp:cNvSpPr/>
      </dsp:nvSpPr>
      <dsp:spPr>
        <a:xfrm>
          <a:off x="2789634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9BA1D-AA51-489E-8744-8EEE75A40127}">
      <dsp:nvSpPr>
        <dsp:cNvPr id="0" name=""/>
        <dsp:cNvSpPr/>
      </dsp:nvSpPr>
      <dsp:spPr>
        <a:xfrm>
          <a:off x="3043237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Scaling</a:t>
          </a:r>
        </a:p>
      </dsp:txBody>
      <dsp:txXfrm>
        <a:off x="3085687" y="1305140"/>
        <a:ext cx="2197528" cy="1364441"/>
      </dsp:txXfrm>
    </dsp:sp>
    <dsp:sp modelId="{60BA5D42-D5F2-426F-AB5A-AAF5616D439C}">
      <dsp:nvSpPr>
        <dsp:cNvPr id="0" name=""/>
        <dsp:cNvSpPr/>
      </dsp:nvSpPr>
      <dsp:spPr>
        <a:xfrm>
          <a:off x="5579268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083CB-7526-4B7D-BC8A-1D982F5B0348}">
      <dsp:nvSpPr>
        <dsp:cNvPr id="0" name=""/>
        <dsp:cNvSpPr/>
      </dsp:nvSpPr>
      <dsp:spPr>
        <a:xfrm>
          <a:off x="5832871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Date features</a:t>
          </a:r>
        </a:p>
      </dsp:txBody>
      <dsp:txXfrm>
        <a:off x="5875321" y="1305140"/>
        <a:ext cx="2197528" cy="13644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F9A9D-FC58-4791-924D-13664C9BEDE1}">
      <dsp:nvSpPr>
        <dsp:cNvPr id="0" name=""/>
        <dsp:cNvSpPr/>
      </dsp:nvSpPr>
      <dsp:spPr>
        <a:xfrm>
          <a:off x="0" y="9561"/>
          <a:ext cx="8229600" cy="25693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Machine Learning models work with numbers, so categorical columns (like </a:t>
          </a:r>
          <a:r>
            <a:rPr lang="en-US" sz="3600" i="1" kern="1200"/>
            <a:t>City, Category, Department</a:t>
          </a:r>
          <a:r>
            <a:rPr lang="en-US" sz="3600" kern="1200"/>
            <a:t>) must be encoded.</a:t>
          </a:r>
        </a:p>
      </dsp:txBody>
      <dsp:txXfrm>
        <a:off x="125424" y="134985"/>
        <a:ext cx="7978752" cy="2318471"/>
      </dsp:txXfrm>
    </dsp:sp>
    <dsp:sp modelId="{2CE88507-E3BA-486D-BD85-CF254110E142}">
      <dsp:nvSpPr>
        <dsp:cNvPr id="0" name=""/>
        <dsp:cNvSpPr/>
      </dsp:nvSpPr>
      <dsp:spPr>
        <a:xfrm>
          <a:off x="0" y="2578881"/>
          <a:ext cx="8229600" cy="1937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Label Encoding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One-Hot Encoding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Ordinal Encoding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1" kern="1200"/>
            <a:t>Frequency Encoding</a:t>
          </a:r>
          <a:endParaRPr lang="en-US" sz="2800" kern="1200"/>
        </a:p>
      </dsp:txBody>
      <dsp:txXfrm>
        <a:off x="0" y="2578881"/>
        <a:ext cx="8229600" cy="19375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4AAD8-CEB3-46A7-A905-A500150C20C8}">
      <dsp:nvSpPr>
        <dsp:cNvPr id="0" name=""/>
        <dsp:cNvSpPr/>
      </dsp:nvSpPr>
      <dsp:spPr>
        <a:xfrm>
          <a:off x="0" y="195884"/>
          <a:ext cx="8229600" cy="2640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Different features have different ranges (e.g. Salary = 20000 vs Age = 30).</a:t>
          </a:r>
          <a:br>
            <a:rPr lang="en-US" sz="3700" kern="1200"/>
          </a:br>
          <a:r>
            <a:rPr lang="en-US" sz="3700" kern="1200"/>
            <a:t>Scaling ensures </a:t>
          </a:r>
          <a:r>
            <a:rPr lang="en-US" sz="3700" b="1" kern="1200"/>
            <a:t>all features contribute equally</a:t>
          </a:r>
          <a:r>
            <a:rPr lang="en-US" sz="3700" kern="1200"/>
            <a:t>.</a:t>
          </a:r>
        </a:p>
      </dsp:txBody>
      <dsp:txXfrm>
        <a:off x="128908" y="324792"/>
        <a:ext cx="7971784" cy="2382874"/>
      </dsp:txXfrm>
    </dsp:sp>
    <dsp:sp modelId="{8BF77DEC-33A6-485E-BECD-3AEAA025B040}">
      <dsp:nvSpPr>
        <dsp:cNvPr id="0" name=""/>
        <dsp:cNvSpPr/>
      </dsp:nvSpPr>
      <dsp:spPr>
        <a:xfrm>
          <a:off x="0" y="2836574"/>
          <a:ext cx="8229600" cy="14935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46990" rIns="263144" bIns="46990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Standard Scaling (Z-Score Normalization)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Min-Max Scaling (0–1 Normalization)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900" b="1" kern="1200"/>
            <a:t>Robust Scaling</a:t>
          </a:r>
          <a:endParaRPr lang="en-US" sz="2900" kern="1200"/>
        </a:p>
      </dsp:txBody>
      <dsp:txXfrm>
        <a:off x="0" y="2836574"/>
        <a:ext cx="8229600" cy="149350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6703C-8F4E-4ED3-A5A1-5B8E04F69615}">
      <dsp:nvSpPr>
        <dsp:cNvPr id="0" name=""/>
        <dsp:cNvSpPr/>
      </dsp:nvSpPr>
      <dsp:spPr>
        <a:xfrm>
          <a:off x="0" y="69816"/>
          <a:ext cx="8229600" cy="2529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l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Raw timestamps are not usable for ML — they must be </a:t>
          </a:r>
          <a:r>
            <a:rPr lang="en-US" sz="4600" b="1" kern="1200"/>
            <a:t>decomposed</a:t>
          </a:r>
          <a:r>
            <a:rPr lang="en-US" sz="4600" kern="1200"/>
            <a:t>.</a:t>
          </a:r>
        </a:p>
      </dsp:txBody>
      <dsp:txXfrm>
        <a:off x="123482" y="193298"/>
        <a:ext cx="7982636" cy="2282576"/>
      </dsp:txXfrm>
    </dsp:sp>
    <dsp:sp modelId="{84D9D1F0-7271-4B78-8952-77C9030D68E6}">
      <dsp:nvSpPr>
        <dsp:cNvPr id="0" name=""/>
        <dsp:cNvSpPr/>
      </dsp:nvSpPr>
      <dsp:spPr>
        <a:xfrm>
          <a:off x="0" y="2599356"/>
          <a:ext cx="8229600" cy="18567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1290" tIns="58420" rIns="327152" bIns="58420" numCol="1" spcCol="1270" anchor="t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/>
            <a:t>Extract Basic Date Components</a:t>
          </a:r>
          <a:endParaRPr lang="en-US" sz="3600" kern="120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/>
            <a:t>Business / Seasonal Features</a:t>
          </a:r>
          <a:endParaRPr lang="en-US" sz="3600" kern="120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600" b="1" kern="1200" dirty="0"/>
            <a:t>Time Differences</a:t>
          </a:r>
          <a:endParaRPr lang="en-US" sz="3600" kern="1200" dirty="0"/>
        </a:p>
      </dsp:txBody>
      <dsp:txXfrm>
        <a:off x="0" y="2599356"/>
        <a:ext cx="8229600" cy="185679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D00D43-6194-4938-9729-F1FC31023B85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1AD78-1E8F-440E-805A-0C2830E58549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Sales trend</a:t>
          </a:r>
        </a:p>
      </dsp:txBody>
      <dsp:txXfrm>
        <a:off x="283960" y="1066136"/>
        <a:ext cx="2107770" cy="1308711"/>
      </dsp:txXfrm>
    </dsp:sp>
    <dsp:sp modelId="{8AF5AE89-C0D5-482B-B417-FB45F2B0BC5E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380DF-293E-4081-ACFC-B5640747F87B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Customer distribution</a:t>
          </a:r>
        </a:p>
      </dsp:txBody>
      <dsp:txXfrm>
        <a:off x="2959652" y="1066136"/>
        <a:ext cx="2107770" cy="1308711"/>
      </dsp:txXfrm>
    </dsp:sp>
    <dsp:sp modelId="{436D0707-F7F8-401E-B4F8-30FDCB47720E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FEF299-6DE6-46CD-B3C0-724FEBBF784F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Scatter analysis</a:t>
          </a:r>
        </a:p>
      </dsp:txBody>
      <dsp:txXfrm>
        <a:off x="5635343" y="1066136"/>
        <a:ext cx="2107770" cy="130871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E9008F-7D2D-433B-A9BB-4E736398073F}">
      <dsp:nvSpPr>
        <dsp:cNvPr id="0" name=""/>
        <dsp:cNvSpPr/>
      </dsp:nvSpPr>
      <dsp:spPr>
        <a:xfrm rot="5400000">
          <a:off x="3335635" y="292938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Clean data</a:t>
          </a:r>
        </a:p>
      </dsp:txBody>
      <dsp:txXfrm rot="-5400000">
        <a:off x="3775045" y="491931"/>
        <a:ext cx="1311930" cy="1507966"/>
      </dsp:txXfrm>
    </dsp:sp>
    <dsp:sp modelId="{1C468D48-D53A-4018-AF25-5546C8D1279B}">
      <dsp:nvSpPr>
        <dsp:cNvPr id="0" name=""/>
        <dsp:cNvSpPr/>
      </dsp:nvSpPr>
      <dsp:spPr>
        <a:xfrm>
          <a:off x="5441823" y="588689"/>
          <a:ext cx="2444877" cy="131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BCBAB9-0BF3-4AE4-ADB6-21FB01F14559}">
      <dsp:nvSpPr>
        <dsp:cNvPr id="0" name=""/>
        <dsp:cNvSpPr/>
      </dsp:nvSpPr>
      <dsp:spPr>
        <a:xfrm rot="5400000">
          <a:off x="1277207" y="292938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1716617" y="491931"/>
        <a:ext cx="1311930" cy="1507966"/>
      </dsp:txXfrm>
    </dsp:sp>
    <dsp:sp modelId="{CB756A5F-342A-4CDA-B3A4-87A19D039C58}">
      <dsp:nvSpPr>
        <dsp:cNvPr id="0" name=""/>
        <dsp:cNvSpPr/>
      </dsp:nvSpPr>
      <dsp:spPr>
        <a:xfrm rot="5400000">
          <a:off x="2302478" y="2152447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Analyze patterns</a:t>
          </a:r>
        </a:p>
      </dsp:txBody>
      <dsp:txXfrm rot="-5400000">
        <a:off x="2741888" y="2351440"/>
        <a:ext cx="1311930" cy="1507966"/>
      </dsp:txXfrm>
    </dsp:sp>
    <dsp:sp modelId="{61F9B887-5CF8-49AC-93BD-D48DE5487FA2}">
      <dsp:nvSpPr>
        <dsp:cNvPr id="0" name=""/>
        <dsp:cNvSpPr/>
      </dsp:nvSpPr>
      <dsp:spPr>
        <a:xfrm>
          <a:off x="0" y="2448198"/>
          <a:ext cx="2366010" cy="1314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77DD4D-8CD2-45B0-A0DA-0DA622F52F1E}">
      <dsp:nvSpPr>
        <dsp:cNvPr id="0" name=""/>
        <dsp:cNvSpPr/>
      </dsp:nvSpPr>
      <dsp:spPr>
        <a:xfrm rot="5400000">
          <a:off x="4360906" y="2152447"/>
          <a:ext cx="2190750" cy="1905952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 rot="-5400000">
        <a:off x="4800316" y="2351440"/>
        <a:ext cx="1311930" cy="1507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0F241-E2BB-B326-3B91-D5CA893AF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>
                <a:solidFill>
                  <a:srgbClr val="FFFFFF"/>
                </a:solidFill>
              </a:rPr>
              <a:t>Data Cleaning, Manipulation and Wrangling using pandas and sklearn Libraries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4CBFB-F213-26FD-2AFA-FD4EB6A94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Dr. Rakhee Chhibber</a:t>
            </a:r>
          </a:p>
        </p:txBody>
      </p:sp>
    </p:spTree>
    <p:extLst>
      <p:ext uri="{BB962C8B-B14F-4D97-AF65-F5344CB8AC3E}">
        <p14:creationId xmlns:p14="http://schemas.microsoft.com/office/powerpoint/2010/main" val="132174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3A788-7EFC-28E8-7C8C-3635F67A3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Data &amp; Math Foundations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173A5-85E8-3B55-57F9-278742FDD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Math + Data Handling + Examples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53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Why Linear Algebra in AI?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E239DD-C4EF-C724-508C-BAA8D335BC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45570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D637A39F-B01C-9957-8911-5FA3DDC60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34714"/>
            <a:ext cx="8458200" cy="458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70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700">
                <a:solidFill>
                  <a:srgbClr val="FFFFFF"/>
                </a:solidFill>
              </a:rPr>
              <a:t>Tensors </a:t>
            </a:r>
            <a:br>
              <a:rPr lang="fr-FR" sz="2700">
                <a:solidFill>
                  <a:srgbClr val="FFFFFF"/>
                </a:solidFill>
              </a:rPr>
            </a:br>
            <a:r>
              <a:rPr lang="fr-FR" sz="2700">
                <a:solidFill>
                  <a:srgbClr val="FFFFFF"/>
                </a:solidFill>
              </a:rPr>
              <a:t>Scalars, Vectors, Matrices, Tensors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DCE43B-B691-65E8-0EA3-286A4F3912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14601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FD216B-513C-0674-BEA5-D402B17C2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114772"/>
              </p:ext>
            </p:extLst>
          </p:nvPr>
        </p:nvGraphicFramePr>
        <p:xfrm>
          <a:off x="342900" y="566229"/>
          <a:ext cx="8663940" cy="5725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382">
                  <a:extLst>
                    <a:ext uri="{9D8B030D-6E8A-4147-A177-3AD203B41FA5}">
                      <a16:colId xmlns:a16="http://schemas.microsoft.com/office/drawing/2014/main" val="2335980185"/>
                    </a:ext>
                  </a:extLst>
                </a:gridCol>
                <a:gridCol w="5273558">
                  <a:extLst>
                    <a:ext uri="{9D8B030D-6E8A-4147-A177-3AD203B41FA5}">
                      <a16:colId xmlns:a16="http://schemas.microsoft.com/office/drawing/2014/main" val="3741004851"/>
                    </a:ext>
                  </a:extLst>
                </a:gridCol>
              </a:tblGrid>
              <a:tr h="404491">
                <a:tc gridSpan="2">
                  <a:txBody>
                    <a:bodyPr/>
                    <a:lstStyle/>
                    <a:p>
                      <a:r>
                        <a:rPr lang="en-US" sz="1900" b="1" dirty="0"/>
                        <a:t>Tensors – Example</a:t>
                      </a:r>
                    </a:p>
                  </a:txBody>
                  <a:tcPr marL="85456" marR="85456" marT="42728" marB="42728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978404"/>
                  </a:ext>
                </a:extLst>
              </a:tr>
              <a:tr h="1259050">
                <a:tc>
                  <a:txBody>
                    <a:bodyPr/>
                    <a:lstStyle/>
                    <a:p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1. Scalar (0-D Tensor)</a:t>
                      </a:r>
                      <a:endParaRPr lang="en-US" sz="1900" b="1"/>
                    </a:p>
                  </a:txBody>
                  <a:tcPr marL="85456" marR="85456" marT="42728" marB="42728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import numpy as np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scalar = np.array(5)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print("Scalar:", scalar)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print("Shape:", scalar.shape)</a:t>
                      </a:r>
                    </a:p>
                  </a:txBody>
                  <a:tcPr marL="85456" marR="85456" marT="42728" marB="42728"/>
                </a:tc>
                <a:extLst>
                  <a:ext uri="{0D108BD9-81ED-4DB2-BD59-A6C34878D82A}">
                    <a16:rowId xmlns:a16="http://schemas.microsoft.com/office/drawing/2014/main" val="2104722465"/>
                  </a:ext>
                </a:extLst>
              </a:tr>
              <a:tr h="974197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rgbClr val="000000"/>
                          </a:solidFill>
                        </a:rPr>
                        <a:t>2. Vector (1-D Tensor)</a:t>
                      </a:r>
                      <a:endParaRPr lang="en-US" sz="1900" b="1" dirty="0"/>
                    </a:p>
                  </a:txBody>
                  <a:tcPr marL="85456" marR="85456" marT="42728" marB="42728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vector = np.array([1, 2, 3])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print("Vector:", vector)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</a:rPr>
                        <a:t>print("Shape:", vector.shape)</a:t>
                      </a:r>
                    </a:p>
                  </a:txBody>
                  <a:tcPr marL="85456" marR="85456" marT="42728" marB="42728"/>
                </a:tc>
                <a:extLst>
                  <a:ext uri="{0D108BD9-81ED-4DB2-BD59-A6C34878D82A}">
                    <a16:rowId xmlns:a16="http://schemas.microsoft.com/office/drawing/2014/main" val="3214830879"/>
                  </a:ext>
                </a:extLst>
              </a:tr>
              <a:tr h="1259050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3. Matrix (2-D Tensor) - Rows × Columns.</a:t>
                      </a:r>
                    </a:p>
                  </a:txBody>
                  <a:tcPr marL="85456" marR="85456" marT="42728" marB="42728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/>
                        <a:t>matrix = np.array([[1, 2, 3],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/>
                        <a:t>                   [4, 5, 6]])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/>
                        <a:t>print("Matrix:\n", matrix)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/>
                        <a:t>print("Shape:", matrix.shape)</a:t>
                      </a:r>
                    </a:p>
                  </a:txBody>
                  <a:tcPr marL="85456" marR="85456" marT="42728" marB="42728"/>
                </a:tc>
                <a:extLst>
                  <a:ext uri="{0D108BD9-81ED-4DB2-BD59-A6C34878D82A}">
                    <a16:rowId xmlns:a16="http://schemas.microsoft.com/office/drawing/2014/main" val="3197710929"/>
                  </a:ext>
                </a:extLst>
              </a:tr>
              <a:tr h="1828756">
                <a:tc>
                  <a:txBody>
                    <a:bodyPr/>
                    <a:lstStyle/>
                    <a:p>
                      <a:r>
                        <a:rPr lang="en-US" sz="1900" b="1"/>
                        <a:t>4. 3-D Tensor - A stack of matrices.</a:t>
                      </a:r>
                    </a:p>
                  </a:txBody>
                  <a:tcPr marL="85456" marR="85456" marT="42728" marB="42728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/>
                        <a:t>tensor_3d = </a:t>
                      </a:r>
                      <a:r>
                        <a:rPr lang="en-US" sz="1900" b="1" dirty="0" err="1"/>
                        <a:t>np.array</a:t>
                      </a:r>
                      <a:r>
                        <a:rPr lang="en-US" sz="1900" b="1" dirty="0"/>
                        <a:t>([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 dirty="0"/>
                        <a:t>    [[1, 2, 3], [4, 5, 6]],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 dirty="0"/>
                        <a:t>    [[7, 8, 9], [10, 11, 12]]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 dirty="0"/>
                        <a:t>])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 dirty="0"/>
                        <a:t>print("3D Tensor:\n", tensor_3d)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900" b="1" dirty="0"/>
                        <a:t>print("Shape:", tensor_3d.shape)</a:t>
                      </a:r>
                    </a:p>
                  </a:txBody>
                  <a:tcPr marL="85456" marR="85456" marT="42728" marB="42728"/>
                </a:tc>
                <a:extLst>
                  <a:ext uri="{0D108BD9-81ED-4DB2-BD59-A6C34878D82A}">
                    <a16:rowId xmlns:a16="http://schemas.microsoft.com/office/drawing/2014/main" val="3415053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241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Vector Operations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A66C89-1C77-A68E-D5A8-34144EAD38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F489D8-22EC-E4C9-C821-38B9EA82A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83617"/>
              </p:ext>
            </p:extLst>
          </p:nvPr>
        </p:nvGraphicFramePr>
        <p:xfrm>
          <a:off x="342900" y="697230"/>
          <a:ext cx="8458202" cy="5737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766373208"/>
                    </a:ext>
                  </a:extLst>
                </a:gridCol>
                <a:gridCol w="1963668">
                  <a:extLst>
                    <a:ext uri="{9D8B030D-6E8A-4147-A177-3AD203B41FA5}">
                      <a16:colId xmlns:a16="http://schemas.microsoft.com/office/drawing/2014/main" val="3395408173"/>
                    </a:ext>
                  </a:extLst>
                </a:gridCol>
                <a:gridCol w="2248547">
                  <a:extLst>
                    <a:ext uri="{9D8B030D-6E8A-4147-A177-3AD203B41FA5}">
                      <a16:colId xmlns:a16="http://schemas.microsoft.com/office/drawing/2014/main" val="1131201668"/>
                    </a:ext>
                  </a:extLst>
                </a:gridCol>
                <a:gridCol w="2493387">
                  <a:extLst>
                    <a:ext uri="{9D8B030D-6E8A-4147-A177-3AD203B41FA5}">
                      <a16:colId xmlns:a16="http://schemas.microsoft.com/office/drawing/2014/main" val="405827214"/>
                    </a:ext>
                  </a:extLst>
                </a:gridCol>
              </a:tblGrid>
              <a:tr h="361231">
                <a:tc>
                  <a:txBody>
                    <a:bodyPr/>
                    <a:lstStyle/>
                    <a:p>
                      <a:r>
                        <a:rPr lang="en-US" sz="1400"/>
                        <a:t>Vector Operation 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Meaning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Use 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Example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3207008615"/>
                  </a:ext>
                </a:extLst>
              </a:tr>
              <a:tr h="1100109">
                <a:tc>
                  <a:txBody>
                    <a:bodyPr/>
                    <a:lstStyle/>
                    <a:p>
                      <a:r>
                        <a:rPr lang="en-US" sz="1400"/>
                        <a:t>Vector Addition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Add each element of one vector to  another vector.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Combine features, gradients, signals.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import numpy as np</a:t>
                      </a:r>
                    </a:p>
                    <a:p>
                      <a:r>
                        <a:rPr lang="en-US" sz="1400"/>
                        <a:t>a = np.array([2, 4, 6])</a:t>
                      </a:r>
                    </a:p>
                    <a:p>
                      <a:r>
                        <a:rPr lang="en-US" sz="1400"/>
                        <a:t>b = np.array([1, 1, 1])</a:t>
                      </a:r>
                    </a:p>
                    <a:p>
                      <a:r>
                        <a:rPr lang="en-US" sz="1400"/>
                        <a:t>result = a + b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2785295824"/>
                  </a:ext>
                </a:extLst>
              </a:tr>
              <a:tr h="1100109">
                <a:tc>
                  <a:txBody>
                    <a:bodyPr/>
                    <a:lstStyle/>
                    <a:p>
                      <a:r>
                        <a:rPr lang="en-US" sz="1400"/>
                        <a:t>Vector Subtraction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Subtract element-wise.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Error/Residual calculation.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= np.array([10, 8, 6])</a:t>
                      </a:r>
                    </a:p>
                    <a:p>
                      <a:r>
                        <a:rPr lang="en-US" sz="1400"/>
                        <a:t>b = np.array([2, 3, 1])</a:t>
                      </a:r>
                    </a:p>
                    <a:p>
                      <a:r>
                        <a:rPr lang="en-US" sz="1400"/>
                        <a:t>result = a - b</a:t>
                      </a:r>
                    </a:p>
                    <a:p>
                      <a:r>
                        <a:rPr lang="en-US" sz="1400"/>
                        <a:t>print(result)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3474939570"/>
                  </a:ext>
                </a:extLst>
              </a:tr>
              <a:tr h="1100109">
                <a:tc>
                  <a:txBody>
                    <a:bodyPr/>
                    <a:lstStyle/>
                    <a:p>
                      <a:r>
                        <a:rPr lang="en-US" sz="1400"/>
                        <a:t>Scalar Multiplication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Multiply every element by one number.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Scaling data, gradient updates.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 = np.array([2, 3, 4])</a:t>
                      </a:r>
                    </a:p>
                    <a:p>
                      <a:r>
                        <a:rPr lang="en-US" sz="1400"/>
                        <a:t>result = 5 * a</a:t>
                      </a:r>
                    </a:p>
                    <a:p>
                      <a:r>
                        <a:rPr lang="en-US" sz="1400"/>
                        <a:t>print(result)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4125242022"/>
                  </a:ext>
                </a:extLst>
              </a:tr>
              <a:tr h="2076302">
                <a:tc>
                  <a:txBody>
                    <a:bodyPr/>
                    <a:lstStyle/>
                    <a:p>
                      <a:r>
                        <a:rPr lang="en-US" sz="1400"/>
                        <a:t>Dot Product 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Multiply element-wise then add all results.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00000"/>
                        </a:lnSpc>
                        <a:buSzPts val="1000"/>
                        <a:buFont typeface="Symbol" panose="05050102010706020507" pitchFamily="18" charset="2"/>
                        <a:buChar char=""/>
                      </a:pPr>
                      <a:r>
                        <a:rPr lang="en-US" sz="1400"/>
                        <a:t>Similarity between vectors</a:t>
                      </a:r>
                    </a:p>
                    <a:p>
                      <a:pPr lvl="0">
                        <a:lnSpc>
                          <a:spcPct val="100000"/>
                        </a:lnSpc>
                        <a:buSzPts val="1000"/>
                        <a:buFont typeface="Symbol" panose="05050102010706020507" pitchFamily="18" charset="2"/>
                        <a:buChar char=""/>
                      </a:pPr>
                      <a:r>
                        <a:rPr lang="en-US" sz="1400"/>
                        <a:t>Neural network computations</a:t>
                      </a:r>
                    </a:p>
                    <a:p>
                      <a:pPr lvl="0">
                        <a:lnSpc>
                          <a:spcPct val="100000"/>
                        </a:lnSpc>
                        <a:buSzPts val="1000"/>
                        <a:buFont typeface="Symbol" panose="05050102010706020507" pitchFamily="18" charset="2"/>
                        <a:buChar char=""/>
                      </a:pPr>
                      <a:r>
                        <a:rPr lang="en-US" sz="1400"/>
                        <a:t>Cosine similarity</a:t>
                      </a:r>
                    </a:p>
                    <a:p>
                      <a:endParaRPr lang="en-US" sz="140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 = </a:t>
                      </a:r>
                      <a:r>
                        <a:rPr lang="en-US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np.array</a:t>
                      </a: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([1, 2, 3])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 = </a:t>
                      </a:r>
                      <a:r>
                        <a:rPr lang="en-US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np.array</a:t>
                      </a: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([4, 5, 6])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result = np.dot(a, b)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print(result)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Because:</a:t>
                      </a:r>
                      <a:b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1*4 + 2*5 + 3*6 = 32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34335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27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29CE8-E5AB-CB71-B442-84FEFDB01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61E92DD-0EBE-654A-86A8-E1DD16476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8923E3-8AF6-461E-BE4E-206CF5591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DD4CFD-BD67-AC48-38DD-F0FAE04C7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D5423E-42DD-E54C-E470-EADE7B93C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4B1CF9-E17A-4B59-2EC6-DF22D46A5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494356"/>
              </p:ext>
            </p:extLst>
          </p:nvPr>
        </p:nvGraphicFramePr>
        <p:xfrm>
          <a:off x="342612" y="285751"/>
          <a:ext cx="8458202" cy="6288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766373208"/>
                    </a:ext>
                  </a:extLst>
                </a:gridCol>
                <a:gridCol w="1963668">
                  <a:extLst>
                    <a:ext uri="{9D8B030D-6E8A-4147-A177-3AD203B41FA5}">
                      <a16:colId xmlns:a16="http://schemas.microsoft.com/office/drawing/2014/main" val="3395408173"/>
                    </a:ext>
                  </a:extLst>
                </a:gridCol>
                <a:gridCol w="2248547">
                  <a:extLst>
                    <a:ext uri="{9D8B030D-6E8A-4147-A177-3AD203B41FA5}">
                      <a16:colId xmlns:a16="http://schemas.microsoft.com/office/drawing/2014/main" val="1131201668"/>
                    </a:ext>
                  </a:extLst>
                </a:gridCol>
                <a:gridCol w="2493387">
                  <a:extLst>
                    <a:ext uri="{9D8B030D-6E8A-4147-A177-3AD203B41FA5}">
                      <a16:colId xmlns:a16="http://schemas.microsoft.com/office/drawing/2014/main" val="405827214"/>
                    </a:ext>
                  </a:extLst>
                </a:gridCol>
              </a:tblGrid>
              <a:tr h="269606">
                <a:tc>
                  <a:txBody>
                    <a:bodyPr/>
                    <a:lstStyle/>
                    <a:p>
                      <a:r>
                        <a:rPr lang="en-US" sz="1400"/>
                        <a:t>Vector Operation 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Meaning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 </a:t>
                      </a:r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Example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3207008615"/>
                  </a:ext>
                </a:extLst>
              </a:tr>
              <a:tr h="1274694">
                <a:tc>
                  <a:txBody>
                    <a:bodyPr/>
                    <a:lstStyle/>
                    <a:p>
                      <a:r>
                        <a:rPr lang="en-US" sz="1400" b="1" dirty="0"/>
                        <a:t>Element-wise Multiplication</a:t>
                      </a:r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Multiply each element directly.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Feature masking, attention models.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= </a:t>
                      </a:r>
                      <a:r>
                        <a:rPr lang="en-US" sz="1400" dirty="0" err="1"/>
                        <a:t>np.array</a:t>
                      </a:r>
                      <a:r>
                        <a:rPr lang="en-US" sz="1400" dirty="0"/>
                        <a:t>([2, 3, 4])</a:t>
                      </a:r>
                    </a:p>
                    <a:p>
                      <a:r>
                        <a:rPr lang="en-US" sz="1400" dirty="0"/>
                        <a:t>b = </a:t>
                      </a:r>
                      <a:r>
                        <a:rPr lang="en-US" sz="1400" dirty="0" err="1"/>
                        <a:t>np.array</a:t>
                      </a:r>
                      <a:r>
                        <a:rPr lang="en-US" sz="1400" dirty="0"/>
                        <a:t>([10, 20, 30])</a:t>
                      </a:r>
                    </a:p>
                    <a:p>
                      <a:r>
                        <a:rPr lang="en-US" sz="1400" dirty="0"/>
                        <a:t> result = a * b</a:t>
                      </a:r>
                    </a:p>
                    <a:p>
                      <a:r>
                        <a:rPr lang="en-US" sz="1400" dirty="0"/>
                        <a:t>print(result)</a:t>
                      </a:r>
                    </a:p>
                    <a:p>
                      <a:r>
                        <a:rPr lang="en-US" sz="1400" b="1" dirty="0"/>
                        <a:t>Output: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[ 20  60 120]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2785295824"/>
                  </a:ext>
                </a:extLst>
              </a:tr>
              <a:tr h="1676730">
                <a:tc>
                  <a:txBody>
                    <a:bodyPr/>
                    <a:lstStyle/>
                    <a:p>
                      <a:r>
                        <a:rPr lang="en-US" sz="1400" b="1" dirty="0"/>
                        <a:t>Vector Magnitude / Length</a:t>
                      </a:r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How long the vector is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Normalization, distance, embeddings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Formula: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|v| = sqrt(x² + y² + …)</a:t>
                      </a:r>
                    </a:p>
                    <a:p>
                      <a:r>
                        <a:rPr lang="en-US" sz="1400" b="1" dirty="0"/>
                        <a:t>Example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a = </a:t>
                      </a:r>
                      <a:r>
                        <a:rPr lang="en-US" sz="1400" dirty="0" err="1"/>
                        <a:t>np.array</a:t>
                      </a:r>
                      <a:r>
                        <a:rPr lang="en-US" sz="1400" dirty="0"/>
                        <a:t>([3, 4])</a:t>
                      </a:r>
                    </a:p>
                    <a:p>
                      <a:r>
                        <a:rPr lang="en-US" sz="1400" dirty="0"/>
                        <a:t>magnitude = </a:t>
                      </a:r>
                      <a:r>
                        <a:rPr lang="en-US" sz="1400" dirty="0" err="1"/>
                        <a:t>np.linalg.norm</a:t>
                      </a:r>
                      <a:r>
                        <a:rPr lang="en-US" sz="1400" dirty="0"/>
                        <a:t>(a)</a:t>
                      </a:r>
                    </a:p>
                    <a:p>
                      <a:r>
                        <a:rPr lang="en-US" sz="1400" dirty="0"/>
                        <a:t>print(magnitude)</a:t>
                      </a:r>
                    </a:p>
                    <a:p>
                      <a:r>
                        <a:rPr lang="en-US" sz="1400" b="1" dirty="0"/>
                        <a:t>Output: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5.0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3474939570"/>
                  </a:ext>
                </a:extLst>
              </a:tr>
              <a:tr h="1274694">
                <a:tc>
                  <a:txBody>
                    <a:bodyPr/>
                    <a:lstStyle/>
                    <a:p>
                      <a:r>
                        <a:rPr lang="en-US" sz="1400" b="1" dirty="0"/>
                        <a:t>Vector Normalization</a:t>
                      </a:r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Convert vector into unit length (magnitude = 1).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NLP embeddings, cosine similarity.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= </a:t>
                      </a:r>
                      <a:r>
                        <a:rPr lang="en-US" sz="1400" dirty="0" err="1"/>
                        <a:t>np.array</a:t>
                      </a:r>
                      <a:r>
                        <a:rPr lang="en-US" sz="1400" dirty="0"/>
                        <a:t>([3, 4])</a:t>
                      </a:r>
                    </a:p>
                    <a:p>
                      <a:r>
                        <a:rPr lang="en-US" sz="1400" dirty="0"/>
                        <a:t>normalized = a / </a:t>
                      </a:r>
                      <a:r>
                        <a:rPr lang="en-US" sz="1400" dirty="0" err="1"/>
                        <a:t>np.linalg.norm</a:t>
                      </a:r>
                      <a:r>
                        <a:rPr lang="en-US" sz="1400" dirty="0"/>
                        <a:t>(a)</a:t>
                      </a:r>
                    </a:p>
                    <a:p>
                      <a:r>
                        <a:rPr lang="en-US" sz="1400" dirty="0"/>
                        <a:t>print(normalized)</a:t>
                      </a:r>
                    </a:p>
                    <a:p>
                      <a:r>
                        <a:rPr lang="en-US" sz="1400" b="1" dirty="0"/>
                        <a:t>Output: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[0.6 0.8]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4125242022"/>
                  </a:ext>
                </a:extLst>
              </a:tr>
              <a:tr h="1516454">
                <a:tc>
                  <a:txBody>
                    <a:bodyPr/>
                    <a:lstStyle/>
                    <a:p>
                      <a:r>
                        <a:rPr lang="en-US" sz="1400" b="1" dirty="0"/>
                        <a:t>Distance Between Two Vectors (Euclidean Distance)</a:t>
                      </a:r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Straight-line distance.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400" dirty="0"/>
                        <a:t>KNN, clustering, recommendations</a:t>
                      </a:r>
                    </a:p>
                    <a:p>
                      <a:endParaRPr lang="en-US" sz="1400" dirty="0"/>
                    </a:p>
                  </a:txBody>
                  <a:tcPr marL="72800" marR="72800" marT="36400" marB="3640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= </a:t>
                      </a:r>
                      <a:r>
                        <a:rPr lang="en-US" sz="1400" dirty="0" err="1"/>
                        <a:t>np.array</a:t>
                      </a:r>
                      <a:r>
                        <a:rPr lang="en-US" sz="1400" dirty="0"/>
                        <a:t>([1, 2])</a:t>
                      </a:r>
                    </a:p>
                    <a:p>
                      <a:r>
                        <a:rPr lang="en-US" sz="1400" dirty="0"/>
                        <a:t>b = </a:t>
                      </a:r>
                      <a:r>
                        <a:rPr lang="en-US" sz="1400" dirty="0" err="1"/>
                        <a:t>np.array</a:t>
                      </a:r>
                      <a:r>
                        <a:rPr lang="en-US" sz="1400" dirty="0"/>
                        <a:t>([4, 6])</a:t>
                      </a:r>
                    </a:p>
                    <a:p>
                      <a:r>
                        <a:rPr lang="en-US" sz="1400" dirty="0"/>
                        <a:t> distance = </a:t>
                      </a:r>
                      <a:r>
                        <a:rPr lang="en-US" sz="1400" dirty="0" err="1"/>
                        <a:t>np.linalg.norm</a:t>
                      </a:r>
                      <a:r>
                        <a:rPr lang="en-US" sz="1400" dirty="0"/>
                        <a:t>(a - b)</a:t>
                      </a:r>
                    </a:p>
                    <a:p>
                      <a:r>
                        <a:rPr lang="en-US" sz="1400" dirty="0"/>
                        <a:t>print(distance)</a:t>
                      </a:r>
                    </a:p>
                    <a:p>
                      <a:r>
                        <a:rPr lang="en-US" sz="1400" b="1" dirty="0"/>
                        <a:t>Output:</a:t>
                      </a:r>
                      <a:endParaRPr lang="en-US" sz="1400" dirty="0"/>
                    </a:p>
                    <a:p>
                      <a:r>
                        <a:rPr lang="en-US" sz="1400" dirty="0"/>
                        <a:t>5.0</a:t>
                      </a:r>
                    </a:p>
                  </a:txBody>
                  <a:tcPr marL="72800" marR="72800" marT="36400" marB="36400"/>
                </a:tc>
                <a:extLst>
                  <a:ext uri="{0D108BD9-81ED-4DB2-BD59-A6C34878D82A}">
                    <a16:rowId xmlns:a16="http://schemas.microsoft.com/office/drawing/2014/main" val="3433533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8486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Matrix Operations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10E8FA-0EBA-9163-4569-15B88D15FD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09353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A3B5A2-6A54-6765-7D1C-49394EC94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533626"/>
              </p:ext>
            </p:extLst>
          </p:nvPr>
        </p:nvGraphicFramePr>
        <p:xfrm>
          <a:off x="320040" y="474853"/>
          <a:ext cx="8229600" cy="59082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65282">
                  <a:extLst>
                    <a:ext uri="{9D8B030D-6E8A-4147-A177-3AD203B41FA5}">
                      <a16:colId xmlns:a16="http://schemas.microsoft.com/office/drawing/2014/main" val="326335884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10409305"/>
                    </a:ext>
                  </a:extLst>
                </a:gridCol>
                <a:gridCol w="2473518">
                  <a:extLst>
                    <a:ext uri="{9D8B030D-6E8A-4147-A177-3AD203B41FA5}">
                      <a16:colId xmlns:a16="http://schemas.microsoft.com/office/drawing/2014/main" val="3070572856"/>
                    </a:ext>
                  </a:extLst>
                </a:gridCol>
              </a:tblGrid>
              <a:tr h="123984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Matrix Operations in ML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762689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np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([[1, 2], [3, 4]])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([[5, 6], [7, 8]])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49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1. Matrix Addition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 print(A + B)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[[ 6 8] [10 12]]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6300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2. Matrix Subtraction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Print(A - B 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[[-4 -4] [-4 -4]]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84518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3. Matrix Multiplication (Dot Product)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Print(A @ B 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[[19 22] [43 50]]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2411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4. Element-wise Multiplication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Print(A * B)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[[ 5 12] [21 32]]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006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 Matrix Division (Element-wise)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A / B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[[0.2 0.33333333] [0.42857143 0.5 ]]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33112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 Scalar Multiplication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Print( 3 * A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[[ 3 6] [ 9 12]]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2141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7. Matrix Transpose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Print(A.T)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 3] [2 4]]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8932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8. Matrix Determinant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Print()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np.linalg.det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-2.0000000000000004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876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 Matrix Rank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np.linalg.matrix_rank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3096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10. Matrix Inverse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np.linalg.inv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(A)) 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[[-2. 1. ] [ 1.5 -0.5]]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9308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468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68A1-DF94-3D58-1181-DA46DE2A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41FE3E-C8EC-F081-E64C-3657B6DE6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619283"/>
              </p:ext>
            </p:extLst>
          </p:nvPr>
        </p:nvGraphicFramePr>
        <p:xfrm>
          <a:off x="341244" y="572374"/>
          <a:ext cx="8461512" cy="54504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3263358848"/>
                    </a:ext>
                  </a:extLst>
                </a:gridCol>
                <a:gridCol w="2782957">
                  <a:extLst>
                    <a:ext uri="{9D8B030D-6E8A-4147-A177-3AD203B41FA5}">
                      <a16:colId xmlns:a16="http://schemas.microsoft.com/office/drawing/2014/main" val="210409305"/>
                    </a:ext>
                  </a:extLst>
                </a:gridCol>
                <a:gridCol w="2478156">
                  <a:extLst>
                    <a:ext uri="{9D8B030D-6E8A-4147-A177-3AD203B41FA5}">
                      <a16:colId xmlns:a16="http://schemas.microsoft.com/office/drawing/2014/main" val="3070572856"/>
                    </a:ext>
                  </a:extLst>
                </a:gridCol>
              </a:tblGrid>
              <a:tr h="22997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Matrix Operations in ML 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8659" marB="8659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7626892"/>
                  </a:ext>
                </a:extLst>
              </a:tr>
              <a:tr h="639198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np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([[1, 2], [3, 4]])</a:t>
                      </a:r>
                    </a:p>
                    <a:p>
                      <a:pPr algn="ctr"/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 = </a:t>
                      </a:r>
                      <a:r>
                        <a:rPr lang="en-US" sz="20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np.array</a:t>
                      </a: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([[5, 6], [7, 8]])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8659" marB="8659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49939"/>
                  </a:ext>
                </a:extLst>
              </a:tr>
              <a:tr h="227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11. Eigenvalues &amp; Eigenvectors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vals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vecs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np.linalg.eig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(A);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vals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vecs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[-0.37228132 5.37228132]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6300049"/>
                  </a:ext>
                </a:extLst>
              </a:tr>
              <a:tr h="45036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12. Matrix Concatenation (Horizontal)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np.hstack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((A, B)))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 2 5 6] [3 4 7 8]]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2411262"/>
                  </a:ext>
                </a:extLst>
              </a:tr>
              <a:tr h="2276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13. Matrix Concatenation (Vertical)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np.vstack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((A, B))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 2] [3 4] [5 6] [7 8]]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60060794"/>
                  </a:ext>
                </a:extLst>
              </a:tr>
              <a:tr h="4508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14. Matrix Reshape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A.reshape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(4,1)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[[1] [2] [3] [4]]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33112194"/>
                  </a:ext>
                </a:extLst>
              </a:tr>
              <a:tr h="2281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15. Matrix Norm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np.linalg.norm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(A)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5.477225575051661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22141410"/>
                  </a:ext>
                </a:extLst>
              </a:tr>
              <a:tr h="2281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16. Power (Element-wise Power)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Print(A**2 )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[[ 1 4] [ 9 16]]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8932535"/>
                  </a:ext>
                </a:extLst>
              </a:tr>
              <a:tr h="22813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17. Identity Matrix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Print( </a:t>
                      </a:r>
                      <a:r>
                        <a:rPr lang="en-US" sz="20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np.eye</a:t>
                      </a: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(2))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[[1. 0.] [0. 1.]]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5876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201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D655-2381-2DD5-44AA-32D1DDAC2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58EB68-3AF5-4E5A-9A29-1F7F872C83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75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33C80-9E5B-5C68-3731-F315FBD3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dirty="0"/>
              <a:t>Missing Values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72DEB4-2124-6839-DCBF-9EB5C6A99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079612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430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17599-054A-E043-26FD-19A96AAE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92262-E325-0F5F-3DD0-F4BDC500E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6430" y="1715610"/>
            <a:ext cx="4105183" cy="4525963"/>
          </a:xfrm>
        </p:spPr>
        <p:txBody>
          <a:bodyPr>
            <a:normAutofit fontScale="85000" lnSpcReduction="10000"/>
          </a:bodyPr>
          <a:lstStyle/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import pandas as pd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import </a:t>
            </a:r>
            <a:r>
              <a:rPr lang="en-US" sz="2400" dirty="0" err="1">
                <a:solidFill>
                  <a:schemeClr val="tx2"/>
                </a:solidFill>
              </a:rPr>
              <a:t>numpy</a:t>
            </a:r>
            <a:r>
              <a:rPr lang="en-US" sz="2400" dirty="0">
                <a:solidFill>
                  <a:schemeClr val="tx2"/>
                </a:solidFill>
              </a:rPr>
              <a:t> as np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 = </a:t>
            </a:r>
            <a:r>
              <a:rPr lang="en-US" sz="2400" dirty="0" err="1">
                <a:solidFill>
                  <a:schemeClr val="tx2"/>
                </a:solidFill>
              </a:rPr>
              <a:t>pd.DataFrame</a:t>
            </a:r>
            <a:r>
              <a:rPr lang="en-US" sz="2400" dirty="0">
                <a:solidFill>
                  <a:schemeClr val="tx2"/>
                </a:solidFill>
              </a:rPr>
              <a:t>({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    'age': [25, </a:t>
            </a:r>
            <a:r>
              <a:rPr lang="en-US" sz="2400" dirty="0" err="1">
                <a:solidFill>
                  <a:schemeClr val="tx2"/>
                </a:solidFill>
              </a:rPr>
              <a:t>np.nan</a:t>
            </a:r>
            <a:r>
              <a:rPr lang="en-US" sz="2400" dirty="0">
                <a:solidFill>
                  <a:schemeClr val="tx2"/>
                </a:solidFill>
              </a:rPr>
              <a:t>, 35, 40],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    'salary': [50000, 60000, </a:t>
            </a:r>
            <a:r>
              <a:rPr lang="en-US" sz="2400" dirty="0" err="1">
                <a:solidFill>
                  <a:schemeClr val="tx2"/>
                </a:solidFill>
              </a:rPr>
              <a:t>np.nan</a:t>
            </a:r>
            <a:r>
              <a:rPr lang="en-US" sz="2400" dirty="0">
                <a:solidFill>
                  <a:schemeClr val="tx2"/>
                </a:solidFill>
              </a:rPr>
              <a:t>, 80000]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})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# Fill missing values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['age'] = 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['age'].</a:t>
            </a:r>
            <a:r>
              <a:rPr lang="en-US" sz="2400" dirty="0" err="1">
                <a:solidFill>
                  <a:schemeClr val="tx2"/>
                </a:solidFill>
              </a:rPr>
              <a:t>fillna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['age'].mean())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['salary'] = 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['salary'].</a:t>
            </a:r>
            <a:r>
              <a:rPr lang="en-US" sz="2400" dirty="0" err="1">
                <a:solidFill>
                  <a:schemeClr val="tx2"/>
                </a:solidFill>
              </a:rPr>
              <a:t>fillna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['salary'].median())</a:t>
            </a:r>
          </a:p>
          <a:p>
            <a:pPr marL="0" indent="0" defTabSz="914400">
              <a:lnSpc>
                <a:spcPct val="9000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chemeClr val="tx2"/>
                </a:solidFill>
              </a:rPr>
              <a:t>print(</a:t>
            </a:r>
            <a:r>
              <a:rPr lang="en-US" sz="2400" dirty="0" err="1">
                <a:solidFill>
                  <a:schemeClr val="tx2"/>
                </a:solidFill>
              </a:rPr>
              <a:t>df</a:t>
            </a:r>
            <a:r>
              <a:rPr lang="en-US" sz="2400" dirty="0">
                <a:solidFill>
                  <a:schemeClr val="tx2"/>
                </a:solidFill>
              </a:rPr>
              <a:t>)</a:t>
            </a:r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0B47F-E31A-27B6-F021-A1261EA10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193959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from </a:t>
            </a:r>
            <a:r>
              <a:rPr lang="en-US" sz="3400" dirty="0" err="1">
                <a:solidFill>
                  <a:schemeClr val="tx2"/>
                </a:solidFill>
              </a:rPr>
              <a:t>sklearn.impute</a:t>
            </a:r>
            <a:r>
              <a:rPr lang="en-US" sz="3400" dirty="0">
                <a:solidFill>
                  <a:schemeClr val="tx2"/>
                </a:solidFill>
              </a:rPr>
              <a:t> import </a:t>
            </a:r>
            <a:r>
              <a:rPr lang="en-US" sz="3400" dirty="0" err="1">
                <a:solidFill>
                  <a:schemeClr val="tx2"/>
                </a:solidFill>
              </a:rPr>
              <a:t>SimpleImputer</a:t>
            </a:r>
            <a:endParaRPr lang="en-US" sz="3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import </a:t>
            </a:r>
            <a:r>
              <a:rPr lang="en-US" sz="3400" dirty="0" err="1">
                <a:solidFill>
                  <a:schemeClr val="tx2"/>
                </a:solidFill>
              </a:rPr>
              <a:t>numpy</a:t>
            </a:r>
            <a:r>
              <a:rPr lang="en-US" sz="3400" dirty="0">
                <a:solidFill>
                  <a:schemeClr val="tx2"/>
                </a:solidFill>
              </a:rPr>
              <a:t> as np</a:t>
            </a:r>
          </a:p>
          <a:p>
            <a:pPr marL="0" indent="0">
              <a:buNone/>
            </a:pPr>
            <a:endParaRPr lang="en-US" sz="34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imp = </a:t>
            </a:r>
            <a:r>
              <a:rPr lang="en-US" sz="3400" dirty="0" err="1">
                <a:solidFill>
                  <a:schemeClr val="tx2"/>
                </a:solidFill>
              </a:rPr>
              <a:t>SimpleImputer</a:t>
            </a:r>
            <a:r>
              <a:rPr lang="en-US" sz="3400" dirty="0">
                <a:solidFill>
                  <a:schemeClr val="tx2"/>
                </a:solidFill>
              </a:rPr>
              <a:t>(strategy='mean')  # or 'median', '</a:t>
            </a:r>
            <a:r>
              <a:rPr lang="en-US" sz="3400" dirty="0" err="1">
                <a:solidFill>
                  <a:schemeClr val="tx2"/>
                </a:solidFill>
              </a:rPr>
              <a:t>most_frequent</a:t>
            </a:r>
            <a:r>
              <a:rPr lang="en-US" sz="3400" dirty="0">
                <a:solidFill>
                  <a:schemeClr val="tx2"/>
                </a:solidFill>
              </a:rPr>
              <a:t>'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cleaned = </a:t>
            </a:r>
            <a:r>
              <a:rPr lang="en-US" sz="3400" dirty="0" err="1">
                <a:solidFill>
                  <a:schemeClr val="tx2"/>
                </a:solidFill>
              </a:rPr>
              <a:t>imp.fit_transform</a:t>
            </a:r>
            <a:r>
              <a:rPr lang="en-US" sz="3400" dirty="0">
                <a:solidFill>
                  <a:schemeClr val="tx2"/>
                </a:solidFill>
              </a:rPr>
              <a:t>(</a:t>
            </a:r>
            <a:r>
              <a:rPr lang="en-US" sz="3400" dirty="0" err="1">
                <a:solidFill>
                  <a:schemeClr val="tx2"/>
                </a:solidFill>
              </a:rPr>
              <a:t>df</a:t>
            </a:r>
            <a:r>
              <a:rPr lang="en-US" sz="3400" dirty="0">
                <a:solidFill>
                  <a:schemeClr val="tx2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3400" dirty="0">
                <a:solidFill>
                  <a:schemeClr val="tx2"/>
                </a:solidFill>
              </a:rPr>
              <a:t>print(cleaned)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791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536A8-7995-31AA-DA65-45C9A33FE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1143000"/>
          </a:xfrm>
        </p:spPr>
        <p:txBody>
          <a:bodyPr/>
          <a:lstStyle/>
          <a:p>
            <a:r>
              <a:rPr lang="en-US" b="1" kern="1800" dirty="0">
                <a:latin typeface="Times New Roman" panose="02020603050405020304" pitchFamily="18" charset="0"/>
              </a:rPr>
              <a:t>Removing Duplicates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E97A7-6962-766E-2139-35286CD28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12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Using Pandas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df.drop_duplicates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0EA0B52-2326-F4AE-8118-947324BC47FC}"/>
              </a:ext>
            </a:extLst>
          </p:cNvPr>
          <p:cNvSpPr txBox="1">
            <a:spLocks/>
          </p:cNvSpPr>
          <p:nvPr/>
        </p:nvSpPr>
        <p:spPr>
          <a:xfrm>
            <a:off x="457200" y="228599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kern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Converting Data Types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0B10D-4074-2438-A657-346521E98036}"/>
              </a:ext>
            </a:extLst>
          </p:cNvPr>
          <p:cNvSpPr txBox="1"/>
          <p:nvPr/>
        </p:nvSpPr>
        <p:spPr>
          <a:xfrm>
            <a:off x="909960" y="3659819"/>
            <a:ext cx="7927760" cy="1225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dirty="0" err="1"/>
              <a:t>df</a:t>
            </a:r>
            <a:r>
              <a:rPr lang="en-US" sz="3200" dirty="0"/>
              <a:t>['age'] = </a:t>
            </a:r>
            <a:r>
              <a:rPr lang="en-US" sz="3200" dirty="0" err="1"/>
              <a:t>df</a:t>
            </a:r>
            <a:r>
              <a:rPr lang="en-US" sz="3200" dirty="0"/>
              <a:t>['age'].</a:t>
            </a:r>
            <a:r>
              <a:rPr lang="en-US" sz="3200" dirty="0" err="1"/>
              <a:t>astype</a:t>
            </a:r>
            <a:r>
              <a:rPr lang="en-US" sz="3200" dirty="0"/>
              <a:t>(int)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3200" dirty="0" err="1"/>
              <a:t>df</a:t>
            </a:r>
            <a:r>
              <a:rPr lang="en-US" sz="3200" dirty="0"/>
              <a:t>['date'] = </a:t>
            </a:r>
            <a:r>
              <a:rPr lang="en-US" sz="3200" dirty="0" err="1"/>
              <a:t>pd.to_datetime</a:t>
            </a:r>
            <a:r>
              <a:rPr lang="en-US" sz="3200" dirty="0"/>
              <a:t>(</a:t>
            </a:r>
            <a:r>
              <a:rPr lang="en-US" sz="3200" dirty="0" err="1"/>
              <a:t>df</a:t>
            </a:r>
            <a:r>
              <a:rPr lang="en-US" sz="3200" dirty="0"/>
              <a:t>['date'])</a:t>
            </a:r>
          </a:p>
        </p:txBody>
      </p:sp>
    </p:spTree>
    <p:extLst>
      <p:ext uri="{BB962C8B-B14F-4D97-AF65-F5344CB8AC3E}">
        <p14:creationId xmlns:p14="http://schemas.microsoft.com/office/powerpoint/2010/main" val="3312604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CD1CFE-2EA8-A146-C011-9C4ABAF4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chemeClr val="dk1"/>
                </a:solidFill>
              </a:rPr>
              <a:t>Handling Outliers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5FBF0B1-200F-021D-286E-27B112DEF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8575" y="1600200"/>
            <a:ext cx="424722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dk1"/>
                </a:solidFill>
              </a:rPr>
              <a:t>Method 1: Using IQR in Pandas</a:t>
            </a:r>
            <a:endParaRPr lang="en-US" sz="240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Q1 = df['salary'].quantile(0.25)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Q3 = df['salary'].quantile(0.75)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IQR = Q3 - Q1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df_clean = df[(df['salary'] &gt; Q1 - 1.5*IQR) &amp; (df['salary'] &lt; Q3 + 1.5*IQR)]</a:t>
            </a:r>
          </a:p>
          <a:p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87682A-7F2F-98C9-E941-630AEE196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6825" y="1600200"/>
            <a:ext cx="4038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dk1"/>
                </a:solidFill>
              </a:rPr>
              <a:t>Method 2: Sklearn </a:t>
            </a:r>
            <a:endParaRPr lang="en-US" sz="240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from sklearn.ensemble import IsolationForest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 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iso = IsolationForest (contamination=0.1)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df['outlier'] = iso.fit_predict(df[['salary']])</a:t>
            </a:r>
          </a:p>
          <a:p>
            <a:pPr marL="0" indent="0">
              <a:buNone/>
            </a:pPr>
            <a:r>
              <a:rPr lang="en-US" sz="2400">
                <a:solidFill>
                  <a:schemeClr val="dk1"/>
                </a:solidFill>
              </a:rPr>
              <a:t>df_filtered = df[df['outlier'] == 1]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63681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6367-B684-129E-5826-1885EF4F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Encoding Categorical 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81630-DC16-190D-22B4-38A72A0F0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043" y="1446490"/>
            <a:ext cx="4247225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Using Pandas — One-Hot Encoding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'city': ['Delhi', 'Mumbai', 'Delhi', 'Chennai']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df_encoded</a:t>
            </a:r>
            <a:r>
              <a:rPr lang="en-US" dirty="0"/>
              <a:t> = </a:t>
            </a:r>
            <a:r>
              <a:rPr lang="en-US" dirty="0" err="1"/>
              <a:t>pd.get_dummies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columns=['city'])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df_encoded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1F2D9-BB6F-9E54-FDA1-FAFA91CDE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4734" y="1457587"/>
            <a:ext cx="40386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sklearn</a:t>
            </a:r>
            <a:r>
              <a:rPr lang="en-US" b="1" dirty="0"/>
              <a:t> — </a:t>
            </a:r>
            <a:r>
              <a:rPr lang="en-US" b="1" dirty="0" err="1"/>
              <a:t>OneHotEncoder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OneHotEncoder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enc = </a:t>
            </a:r>
            <a:r>
              <a:rPr lang="en-US" dirty="0" err="1"/>
              <a:t>OneHotEncoder</a:t>
            </a:r>
            <a:r>
              <a:rPr lang="en-US" dirty="0"/>
              <a:t>(</a:t>
            </a:r>
            <a:r>
              <a:rPr lang="en-US" dirty="0" err="1"/>
              <a:t>sparse_output</a:t>
            </a:r>
            <a:r>
              <a:rPr lang="en-US" dirty="0"/>
              <a:t>=False)</a:t>
            </a:r>
          </a:p>
          <a:p>
            <a:pPr marL="0" indent="0">
              <a:buNone/>
            </a:pPr>
            <a:r>
              <a:rPr lang="en-US" dirty="0"/>
              <a:t>encoded = </a:t>
            </a:r>
            <a:r>
              <a:rPr lang="en-US" dirty="0" err="1"/>
              <a:t>enc.fit_transform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[['city']])</a:t>
            </a:r>
          </a:p>
          <a:p>
            <a:pPr marL="0" indent="0">
              <a:buNone/>
            </a:pPr>
            <a:r>
              <a:rPr lang="en-US" dirty="0"/>
              <a:t>print(encoded)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092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CC80-7146-8928-51A3-49DB8F20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Scaling Numerical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88CAF-B9C7-6FD3-7BCD-4AF5DA3DD3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5358" y="1417638"/>
            <a:ext cx="421245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sklearn</a:t>
            </a:r>
            <a:r>
              <a:rPr lang="en-US" b="1" dirty="0"/>
              <a:t> — StandardScaler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StandardScaler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scaler = StandardScaler()</a:t>
            </a:r>
          </a:p>
          <a:p>
            <a:pPr marL="0" indent="0">
              <a:buNone/>
            </a:pPr>
            <a:r>
              <a:rPr lang="en-US" dirty="0"/>
              <a:t>scaled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[['age', 'salary']])</a:t>
            </a:r>
          </a:p>
          <a:p>
            <a:pPr marL="0" indent="0">
              <a:buNone/>
            </a:pPr>
            <a:r>
              <a:rPr lang="en-US" dirty="0"/>
              <a:t>print(scaled)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5A701-3159-C015-CCF2-0D5AF45C5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417638"/>
            <a:ext cx="4212454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MinMaxScaler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MinMaxScaler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scaler = </a:t>
            </a:r>
            <a:r>
              <a:rPr lang="en-US" dirty="0" err="1"/>
              <a:t>MinMaxScaler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scaled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[['age', 'salary']])</a:t>
            </a:r>
          </a:p>
          <a:p>
            <a:pPr marL="0" indent="0">
              <a:buNone/>
            </a:pPr>
            <a:r>
              <a:rPr lang="en-US" dirty="0"/>
              <a:t>print(scaled)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383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E5628D-F922-46E8-20AA-9AC4A49F8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219594"/>
              </p:ext>
            </p:extLst>
          </p:nvPr>
        </p:nvGraphicFramePr>
        <p:xfrm>
          <a:off x="591844" y="1112915"/>
          <a:ext cx="811715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1581">
                  <a:extLst>
                    <a:ext uri="{9D8B030D-6E8A-4147-A177-3AD203B41FA5}">
                      <a16:colId xmlns:a16="http://schemas.microsoft.com/office/drawing/2014/main" val="1961455540"/>
                    </a:ext>
                  </a:extLst>
                </a:gridCol>
                <a:gridCol w="4385569">
                  <a:extLst>
                    <a:ext uri="{9D8B030D-6E8A-4147-A177-3AD203B41FA5}">
                      <a16:colId xmlns:a16="http://schemas.microsoft.com/office/drawing/2014/main" val="324432850"/>
                    </a:ext>
                  </a:extLst>
                </a:gridCol>
              </a:tblGrid>
              <a:tr h="563535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Extraction (</a:t>
                      </a:r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Sklearn</a:t>
                      </a: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Example: Extract year, month from date</a:t>
                      </a:r>
                    </a:p>
                    <a:p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['year'] = </a:t>
                      </a:r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['date'].</a:t>
                      </a:r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dt.year</a:t>
                      </a:r>
                      <a:endParaRPr lang="en-US" sz="2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['month'] = </a:t>
                      </a:r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['date'].</a:t>
                      </a:r>
                      <a:r>
                        <a:rPr lang="en-US" sz="24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dt.month</a:t>
                      </a:r>
                      <a:endParaRPr lang="en-US" sz="2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233124"/>
                  </a:ext>
                </a:extLst>
              </a:tr>
              <a:tr h="538332">
                <a:tc>
                  <a:txBody>
                    <a:bodyPr/>
                    <a:lstStyle/>
                    <a:p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Removing Unnecessary Columns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df.drop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(['</a:t>
                      </a:r>
                      <a:r>
                        <a:rPr lang="en-US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column_to_remove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'], axis=1)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097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3704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Wrangling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1593AE-2924-318B-9EA0-EF63EC4048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40A80-8DA2-DBBB-918E-29A1894B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Group By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FAE3D-2E57-F2CE-68B4-2830EFE01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2636669"/>
            <a:ext cx="7455989" cy="350551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dirty="0" err="1"/>
              <a:t>groupby</a:t>
            </a:r>
            <a:r>
              <a:rPr lang="en-US" sz="2100" dirty="0"/>
              <a:t>() is used to </a:t>
            </a:r>
            <a:r>
              <a:rPr lang="en-US" sz="2100" b="1" dirty="0"/>
              <a:t>split data into groups</a:t>
            </a:r>
            <a:r>
              <a:rPr lang="en-US" sz="2100" dirty="0"/>
              <a:t>, apply a function (sum, mean, count, max…), and then </a:t>
            </a:r>
            <a:r>
              <a:rPr lang="en-US" sz="2100" b="1" dirty="0"/>
              <a:t>combine results</a:t>
            </a:r>
            <a:r>
              <a:rPr lang="en-US" sz="2100" dirty="0"/>
              <a:t>.</a:t>
            </a:r>
            <a:br>
              <a:rPr lang="en-US" sz="2100" dirty="0"/>
            </a:br>
            <a:r>
              <a:rPr lang="en-US" sz="2100" dirty="0"/>
              <a:t>It is one of the core operations for </a:t>
            </a:r>
            <a:r>
              <a:rPr lang="en-US" sz="2100" b="1" dirty="0"/>
              <a:t>aggregation, reporting, and summarization</a:t>
            </a:r>
            <a:r>
              <a:rPr lang="en-US" sz="2100" dirty="0"/>
              <a:t>.</a:t>
            </a:r>
          </a:p>
          <a:p>
            <a:pPr>
              <a:lnSpc>
                <a:spcPct val="90000"/>
              </a:lnSpc>
            </a:pPr>
            <a:endParaRPr lang="en-US" sz="2100" b="1" dirty="0"/>
          </a:p>
          <a:p>
            <a:pPr>
              <a:lnSpc>
                <a:spcPct val="90000"/>
              </a:lnSpc>
            </a:pPr>
            <a:r>
              <a:rPr lang="en-US" sz="2100" b="1" dirty="0"/>
              <a:t>Use cases: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Sales summary (sales by region, product, month)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HR analytics (employees by department, average salary)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Finance (spend by category, quarter)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452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427EE-021E-EBF3-67AE-08912FA8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A29EF-FBFF-DC75-1BA4-2DC0792BD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data = {</a:t>
            </a:r>
          </a:p>
          <a:p>
            <a:pPr marL="0" indent="0">
              <a:buNone/>
            </a:pPr>
            <a:r>
              <a:rPr lang="en-US" dirty="0"/>
              <a:t>    'Region': ['East', 'West', 'East', 'North', 'West'],</a:t>
            </a:r>
          </a:p>
          <a:p>
            <a:pPr marL="0" indent="0">
              <a:buNone/>
            </a:pPr>
            <a:r>
              <a:rPr lang="en-US" dirty="0"/>
              <a:t>    'Sales': [200, 150, 300, 100, 220],</a:t>
            </a:r>
          </a:p>
          <a:p>
            <a:pPr marL="0" indent="0">
              <a:buNone/>
            </a:pPr>
            <a:r>
              <a:rPr lang="en-US" dirty="0"/>
              <a:t>    'Profit': [20, 15, 30, 10, 25]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buNone/>
            </a:pPr>
            <a:r>
              <a:rPr lang="en-US" dirty="0" err="1"/>
              <a:t>df_group</a:t>
            </a:r>
            <a:r>
              <a:rPr lang="en-US" dirty="0"/>
              <a:t> = </a:t>
            </a:r>
            <a:r>
              <a:rPr lang="en-US" dirty="0" err="1"/>
              <a:t>df.groupby</a:t>
            </a:r>
            <a:r>
              <a:rPr lang="en-US" dirty="0"/>
              <a:t>('Region')['Sales'].sum()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df_group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752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8180-56DA-3671-18A6-A1D1FECE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62714"/>
            <a:ext cx="8229600" cy="684151"/>
          </a:xfrm>
        </p:spPr>
        <p:txBody>
          <a:bodyPr>
            <a:normAutofit fontScale="90000"/>
          </a:bodyPr>
          <a:lstStyle/>
          <a:p>
            <a:r>
              <a:rPr lang="en-US" dirty="0"/>
              <a:t>Merge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05B2D-67D1-1C4D-B695-7270610E0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6049"/>
            <a:ext cx="8229600" cy="49831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merge() is used to </a:t>
            </a:r>
            <a:r>
              <a:rPr lang="en-US" b="1" dirty="0"/>
              <a:t>join two datasets</a:t>
            </a:r>
            <a:r>
              <a:rPr lang="en-US" dirty="0"/>
              <a:t> based on a common key column (similar to SQL joins).</a:t>
            </a:r>
          </a:p>
          <a:p>
            <a:r>
              <a:rPr lang="en-US" dirty="0"/>
              <a:t>Types of merges: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use cases:</a:t>
            </a:r>
          </a:p>
          <a:p>
            <a:r>
              <a:rPr lang="en-US" dirty="0"/>
              <a:t>Joining sales with customer info</a:t>
            </a:r>
          </a:p>
          <a:p>
            <a:r>
              <a:rPr lang="en-US" dirty="0"/>
              <a:t>Combining transaction and product master data</a:t>
            </a:r>
          </a:p>
          <a:p>
            <a:r>
              <a:rPr lang="en-US" dirty="0"/>
              <a:t>Merging HR data with department master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A09A13-6834-BE2C-45CE-887B469A7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874289"/>
              </p:ext>
            </p:extLst>
          </p:nvPr>
        </p:nvGraphicFramePr>
        <p:xfrm>
          <a:off x="921058" y="2114279"/>
          <a:ext cx="7301884" cy="1828800"/>
        </p:xfrm>
        <a:graphic>
          <a:graphicData uri="http://schemas.openxmlformats.org/drawingml/2006/table">
            <a:tbl>
              <a:tblPr/>
              <a:tblGrid>
                <a:gridCol w="3650942">
                  <a:extLst>
                    <a:ext uri="{9D8B030D-6E8A-4147-A177-3AD203B41FA5}">
                      <a16:colId xmlns:a16="http://schemas.microsoft.com/office/drawing/2014/main" val="1846573638"/>
                    </a:ext>
                  </a:extLst>
                </a:gridCol>
                <a:gridCol w="3650942">
                  <a:extLst>
                    <a:ext uri="{9D8B030D-6E8A-4147-A177-3AD203B41FA5}">
                      <a16:colId xmlns:a16="http://schemas.microsoft.com/office/drawing/2014/main" val="3304731106"/>
                    </a:ext>
                  </a:extLst>
                </a:gridCol>
              </a:tblGrid>
              <a:tr h="225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Merge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731095"/>
                  </a:ext>
                </a:extLst>
              </a:tr>
              <a:tr h="225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inner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matching 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465680"/>
                  </a:ext>
                </a:extLst>
              </a:tr>
              <a:tr h="225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from left, matched from 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856456"/>
                  </a:ext>
                </a:extLst>
              </a:tr>
              <a:tr h="225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from right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138424"/>
                  </a:ext>
                </a:extLst>
              </a:tr>
              <a:tr h="2257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rows from both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211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537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CCA8-3D3D-B0F8-F693-D5B00D0B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EE75B-B661-7C87-C081-F9295879F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df1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'</a:t>
            </a:r>
            <a:r>
              <a:rPr lang="en-US" dirty="0" err="1"/>
              <a:t>EmployeeID</a:t>
            </a:r>
            <a:r>
              <a:rPr lang="en-US" dirty="0"/>
              <a:t>': [1, 2, 3],</a:t>
            </a:r>
          </a:p>
          <a:p>
            <a:pPr marL="0" indent="0">
              <a:buNone/>
            </a:pPr>
            <a:r>
              <a:rPr lang="en-US" dirty="0"/>
              <a:t>    'Name': ['Amit', 'John', 'Mary']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df2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pPr marL="0" indent="0">
              <a:buNone/>
            </a:pPr>
            <a:r>
              <a:rPr lang="en-US" dirty="0"/>
              <a:t>    '</a:t>
            </a:r>
            <a:r>
              <a:rPr lang="en-US" dirty="0" err="1"/>
              <a:t>EmployeeID</a:t>
            </a:r>
            <a:r>
              <a:rPr lang="en-US" dirty="0"/>
              <a:t>': [1, 2, 4],</a:t>
            </a:r>
          </a:p>
          <a:p>
            <a:pPr marL="0" indent="0">
              <a:buNone/>
            </a:pPr>
            <a:r>
              <a:rPr lang="en-US" dirty="0"/>
              <a:t>    'Salary': [50000, 60000, 55000]</a:t>
            </a:r>
          </a:p>
          <a:p>
            <a:pPr marL="0" indent="0">
              <a:buNone/>
            </a:pPr>
            <a:r>
              <a:rPr lang="en-US" dirty="0"/>
              <a:t>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merged = </a:t>
            </a:r>
            <a:r>
              <a:rPr lang="en-US" dirty="0" err="1"/>
              <a:t>pd.merge</a:t>
            </a:r>
            <a:r>
              <a:rPr lang="en-US" dirty="0"/>
              <a:t>(df1, df2, on='</a:t>
            </a:r>
            <a:r>
              <a:rPr lang="en-US" dirty="0" err="1"/>
              <a:t>EmployeeID</a:t>
            </a:r>
            <a:r>
              <a:rPr lang="en-US" dirty="0"/>
              <a:t>', how='inner')</a:t>
            </a:r>
          </a:p>
          <a:p>
            <a:pPr marL="0" indent="0">
              <a:buNone/>
            </a:pPr>
            <a:r>
              <a:rPr lang="en-US" dirty="0"/>
              <a:t>print(merged)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10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78E7-0C3F-CA46-3EE3-0A2EEF33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(Sorting)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70BF2-1082-825E-5F50-7661D27D6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5609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sort_values</a:t>
            </a:r>
            <a:r>
              <a:rPr lang="en-US" dirty="0"/>
              <a:t>() arranges rows in ascending or descending order.</a:t>
            </a:r>
          </a:p>
          <a:p>
            <a:pPr marL="0" indent="0">
              <a:buNone/>
            </a:pPr>
            <a:r>
              <a:rPr lang="en-US" b="1" dirty="0"/>
              <a:t>Used for:</a:t>
            </a:r>
          </a:p>
          <a:p>
            <a:r>
              <a:rPr lang="en-US" dirty="0"/>
              <a:t>Ranking highest sales, profits</a:t>
            </a:r>
          </a:p>
          <a:p>
            <a:r>
              <a:rPr lang="en-US" dirty="0"/>
              <a:t>Sorting by date</a:t>
            </a:r>
          </a:p>
          <a:p>
            <a:r>
              <a:rPr lang="en-US" dirty="0"/>
              <a:t>Sorting performance metrics</a:t>
            </a:r>
          </a:p>
          <a:p>
            <a:r>
              <a:rPr lang="en-US" dirty="0"/>
              <a:t>Data cleaning (outliers at top/bottom)</a:t>
            </a:r>
          </a:p>
          <a:p>
            <a:pPr marL="0" indent="0">
              <a:buNone/>
            </a:pPr>
            <a:r>
              <a:rPr lang="en-US" b="1" dirty="0"/>
              <a:t>Use case -  Sort by Sales Descending</a:t>
            </a:r>
          </a:p>
          <a:p>
            <a:pPr marL="0" indent="0">
              <a:buNone/>
            </a:pPr>
            <a:r>
              <a:rPr lang="en-US" b="1" dirty="0"/>
              <a:t>Example </a:t>
            </a:r>
          </a:p>
          <a:p>
            <a:pPr marL="0" indent="0">
              <a:buNone/>
            </a:pPr>
            <a:r>
              <a:rPr lang="en-US" b="1" dirty="0" err="1"/>
              <a:t>sorted_df</a:t>
            </a:r>
            <a:r>
              <a:rPr lang="en-US" b="1" dirty="0"/>
              <a:t> = </a:t>
            </a:r>
            <a:r>
              <a:rPr lang="en-US" b="1" dirty="0" err="1"/>
              <a:t>df.sort_values</a:t>
            </a:r>
            <a:r>
              <a:rPr lang="en-US" b="1" dirty="0"/>
              <a:t>(by='Sales', ascending=False)</a:t>
            </a:r>
          </a:p>
          <a:p>
            <a:pPr marL="0" indent="0">
              <a:buNone/>
            </a:pPr>
            <a:r>
              <a:rPr lang="en-US" b="1" dirty="0"/>
              <a:t>print(</a:t>
            </a:r>
            <a:r>
              <a:rPr lang="en-US" b="1" dirty="0" err="1"/>
              <a:t>sorted_df</a:t>
            </a:r>
            <a:r>
              <a:rPr lang="en-US" b="1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887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5711-0113-A817-8BF6-D5D1B7DC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 / PIVOT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B1096-B6C8-1D62-BAED-D886D8729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Pivot converts </a:t>
            </a:r>
            <a:r>
              <a:rPr lang="en-US" b="1" dirty="0"/>
              <a:t>rows → columns</a:t>
            </a:r>
            <a:r>
              <a:rPr lang="en-US" dirty="0"/>
              <a:t> to summarize data (Excel-like pivot table).</a:t>
            </a:r>
            <a:endParaRPr lang="en-US" b="1" dirty="0"/>
          </a:p>
          <a:p>
            <a:r>
              <a:rPr lang="en-US" dirty="0"/>
              <a:t>Most commonly used because it handles duplicates and aggregation.</a:t>
            </a:r>
          </a:p>
          <a:p>
            <a:pPr marL="0" indent="0">
              <a:buNone/>
            </a:pPr>
            <a:r>
              <a:rPr lang="en-US" b="1" dirty="0"/>
              <a:t>Use cases:</a:t>
            </a:r>
          </a:p>
          <a:p>
            <a:r>
              <a:rPr lang="en-US" dirty="0"/>
              <a:t>Monthly sales summary</a:t>
            </a:r>
          </a:p>
          <a:p>
            <a:r>
              <a:rPr lang="en-US" dirty="0"/>
              <a:t>Region vs Product matrix</a:t>
            </a:r>
          </a:p>
          <a:p>
            <a:r>
              <a:rPr lang="en-US" dirty="0"/>
              <a:t>HR headcount mapping (Department × Gender)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29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9DB7-EE2A-C87A-B5AB-73AE2B4C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7508F-0DE0-DB84-2B0F-105004B77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data = {</a:t>
            </a:r>
          </a:p>
          <a:p>
            <a:pPr marL="0" indent="0">
              <a:buNone/>
            </a:pPr>
            <a:r>
              <a:rPr lang="en-US" dirty="0"/>
              <a:t>    'Region': ['</a:t>
            </a:r>
            <a:r>
              <a:rPr lang="en-US" dirty="0" err="1"/>
              <a:t>East','East','West','West','North</a:t>
            </a:r>
            <a:r>
              <a:rPr lang="en-US" dirty="0"/>
              <a:t>'],</a:t>
            </a:r>
          </a:p>
          <a:p>
            <a:pPr marL="0" indent="0">
              <a:buNone/>
            </a:pPr>
            <a:r>
              <a:rPr lang="en-US" dirty="0"/>
              <a:t>    'Product': ['A','B','A','B','A'],</a:t>
            </a:r>
          </a:p>
          <a:p>
            <a:pPr marL="0" indent="0">
              <a:buNone/>
            </a:pPr>
            <a:r>
              <a:rPr lang="en-US" dirty="0"/>
              <a:t>    'Sales': [200, 250, 300, 100, 120]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pivot = </a:t>
            </a:r>
            <a:r>
              <a:rPr lang="en-US" dirty="0" err="1"/>
              <a:t>df.pivot_table</a:t>
            </a:r>
            <a:r>
              <a:rPr lang="en-US" dirty="0"/>
              <a:t>(values='Sales', index='Region', columns='Product', </a:t>
            </a:r>
            <a:r>
              <a:rPr lang="en-US" dirty="0" err="1"/>
              <a:t>aggfunc</a:t>
            </a:r>
            <a:r>
              <a:rPr lang="en-US" dirty="0"/>
              <a:t>='sum')</a:t>
            </a:r>
          </a:p>
          <a:p>
            <a:pPr marL="0" indent="0">
              <a:buNone/>
            </a:pPr>
            <a:r>
              <a:rPr lang="en-US" dirty="0"/>
              <a:t>print(pivot)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98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B55751-3E3D-34F2-C9FE-E76966A44D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57233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0D77-621D-C638-5167-92A5F846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Encoding- </a:t>
            </a:r>
            <a:r>
              <a:rPr lang="en-US" b="1" dirty="0"/>
              <a:t>(Converting categorical data into numeric form)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455667-F9AC-5C1A-AAF0-5EFA4976ED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8741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8EA3-74A9-FBFB-E821-D86A413B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Encoding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E555E-8C0A-0985-1C41-6550D050C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963" y="1600200"/>
            <a:ext cx="4202837" cy="47562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Converts categories → integers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Red → 0, Blue → 1, Green → 2</a:t>
            </a:r>
          </a:p>
          <a:p>
            <a:pPr marL="0" indent="0">
              <a:buNone/>
            </a:pPr>
            <a:r>
              <a:rPr lang="en-US" b="1" dirty="0"/>
              <a:t>✔ Best for:</a:t>
            </a:r>
            <a:endParaRPr lang="en-US" dirty="0"/>
          </a:p>
          <a:p>
            <a:pPr lvl="0"/>
            <a:r>
              <a:rPr lang="en-US" dirty="0"/>
              <a:t>Ordinal categories (Low &lt; Medium &lt; High)</a:t>
            </a:r>
          </a:p>
          <a:p>
            <a:pPr lvl="0"/>
            <a:r>
              <a:rPr lang="en-US" dirty="0"/>
              <a:t>Tree-based models (Random Forest,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❌ Not recommended for:</a:t>
            </a:r>
            <a:endParaRPr lang="en-US" dirty="0"/>
          </a:p>
          <a:p>
            <a:pPr lvl="0"/>
            <a:r>
              <a:rPr lang="en-US" dirty="0"/>
              <a:t>Linear models, Logistic Regression (due to unintended order)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232832-DEA0-A937-9DC6-0013B7EBA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202837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Python Example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LabelEncoder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le = </a:t>
            </a:r>
            <a:r>
              <a:rPr lang="en-US" dirty="0" err="1"/>
              <a:t>LabelEncoder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Category_encoded</a:t>
            </a:r>
            <a:r>
              <a:rPr lang="en-US" dirty="0"/>
              <a:t>'] = </a:t>
            </a:r>
            <a:r>
              <a:rPr lang="en-US" dirty="0" err="1"/>
              <a:t>le.fit_transform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['Category'])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4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0DB8-AFE2-D54C-45C8-C9C8E5ABF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One-Hot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38CE4-75AC-F02B-B319-E04D1425BD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Creates </a:t>
            </a:r>
            <a:r>
              <a:rPr lang="en-US" b="1" dirty="0"/>
              <a:t>dummy columns</a:t>
            </a:r>
            <a:r>
              <a:rPr lang="en-US" dirty="0"/>
              <a:t> for each category.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City = [Delhi, Mumbai] → </a:t>
            </a:r>
            <a:r>
              <a:rPr lang="en-US" dirty="0" err="1"/>
              <a:t>City_Delhi</a:t>
            </a:r>
            <a:r>
              <a:rPr lang="en-US" dirty="0"/>
              <a:t>, </a:t>
            </a:r>
            <a:r>
              <a:rPr lang="en-US" dirty="0" err="1"/>
              <a:t>City_Mumbai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✔ Best for:</a:t>
            </a:r>
            <a:endParaRPr lang="en-US" dirty="0"/>
          </a:p>
          <a:p>
            <a:pPr lvl="0"/>
            <a:r>
              <a:rPr lang="en-US" dirty="0"/>
              <a:t>Logistic Regression</a:t>
            </a:r>
          </a:p>
          <a:p>
            <a:pPr lvl="0"/>
            <a:r>
              <a:rPr lang="en-US" dirty="0"/>
              <a:t>Linear Regression</a:t>
            </a:r>
          </a:p>
          <a:p>
            <a:pPr lvl="0"/>
            <a:r>
              <a:rPr lang="en-US" dirty="0"/>
              <a:t>Neural networks</a:t>
            </a:r>
          </a:p>
          <a:p>
            <a:pPr marL="0" indent="0">
              <a:buNone/>
            </a:pPr>
            <a:r>
              <a:rPr lang="en-US" b="1" dirty="0"/>
              <a:t>❌ Not recommended for:</a:t>
            </a:r>
            <a:endParaRPr lang="en-US" dirty="0"/>
          </a:p>
          <a:p>
            <a:pPr lvl="0"/>
            <a:r>
              <a:rPr lang="en-US" dirty="0"/>
              <a:t>Columns with 100+ categories (leads to sparse matrix)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57345-523C-D5C3-0167-68602469A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247225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Python Example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pd.get_dummies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columns=['City'], </a:t>
            </a:r>
            <a:r>
              <a:rPr lang="en-US" dirty="0" err="1"/>
              <a:t>drop_first</a:t>
            </a:r>
            <a:r>
              <a:rPr lang="en-US" dirty="0"/>
              <a:t>=True)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192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239B-BB39-FEAF-12CD-C8654BCF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Ordinal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E81CD-1552-B0BB-66E5-4716438DD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1891" y="1680100"/>
            <a:ext cx="3795204" cy="25989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Assigns </a:t>
            </a:r>
            <a:r>
              <a:rPr lang="en-US" b="1" dirty="0"/>
              <a:t>meaningful ranking</a:t>
            </a:r>
            <a:r>
              <a:rPr lang="en-US" dirty="0"/>
              <a:t> to categories.</a:t>
            </a:r>
          </a:p>
          <a:p>
            <a:pPr marL="0" indent="0">
              <a:buNone/>
            </a:pP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Education = [High School &lt; Graduate &lt; Post Graduate]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CCF41-F929-79D7-7099-AB2FED597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57094" y="1580225"/>
            <a:ext cx="4918229" cy="51490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Python Example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OrdinalEncoder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encoder = </a:t>
            </a:r>
            <a:r>
              <a:rPr lang="en-US" dirty="0" err="1"/>
              <a:t>OrdinalEncoder</a:t>
            </a:r>
            <a:r>
              <a:rPr lang="en-US" dirty="0"/>
              <a:t>(categories=[['</a:t>
            </a:r>
            <a:r>
              <a:rPr lang="en-US" dirty="0" err="1"/>
              <a:t>Low','Medium','High</a:t>
            </a:r>
            <a:r>
              <a:rPr lang="en-US" dirty="0"/>
              <a:t>']])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Priority_encoded</a:t>
            </a:r>
            <a:r>
              <a:rPr lang="en-US" dirty="0"/>
              <a:t>'] = </a:t>
            </a:r>
            <a:r>
              <a:rPr lang="en-US" dirty="0" err="1"/>
              <a:t>encoder.fit_transform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[['Priority']])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9587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1AE12-1A11-56D2-65D1-4DF8EECF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Frequency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C0F5F-C914-3C7D-2AAF-FCFADAAAF9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Replace each category with how frequently it occurs.</a:t>
            </a:r>
          </a:p>
          <a:p>
            <a:pPr marL="0" indent="0">
              <a:buNone/>
            </a:pPr>
            <a:r>
              <a:rPr lang="en-US" b="1" dirty="0"/>
              <a:t>✔ Good for: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High-cardinality features</a:t>
            </a:r>
          </a:p>
          <a:p>
            <a:pPr marL="0" lvl="0" indent="0">
              <a:buNone/>
            </a:pPr>
            <a:r>
              <a:rPr lang="en-US" dirty="0"/>
              <a:t>Retail categories, product IDs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9678D-B5D5-3926-3A17-27A8C2B143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Example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freq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['Product'].</a:t>
            </a:r>
            <a:r>
              <a:rPr lang="en-US" dirty="0" err="1"/>
              <a:t>value_counts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Product_freq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['Product'].map(</a:t>
            </a:r>
            <a:r>
              <a:rPr lang="en-US" dirty="0" err="1"/>
              <a:t>freq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44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392F-3FF1-427D-192F-3A08B0183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Scaling-</a:t>
            </a:r>
            <a:r>
              <a:rPr lang="en-US" b="1" dirty="0"/>
              <a:t>(Normalizing numerical values)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AA6A6A-663E-E24B-2446-0077A68916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5368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8C61-6A20-637D-FC0B-B02CDD23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Standard Scaling (Z-Score Normalization)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1787-D031-F468-126B-420F01325A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Converts data to </a:t>
            </a:r>
            <a:r>
              <a:rPr lang="en-US" b="1" dirty="0"/>
              <a:t>mean = 0, std = 1</a:t>
            </a:r>
            <a:r>
              <a:rPr lang="en-US" dirty="0"/>
              <a:t>.</a:t>
            </a:r>
          </a:p>
          <a:p>
            <a:r>
              <a:rPr lang="en-US" dirty="0"/>
              <a:t>Formula:</a:t>
            </a:r>
          </a:p>
          <a:p>
            <a:r>
              <a:rPr lang="en-US" dirty="0" err="1"/>
              <a:t>x_scaled</a:t>
            </a:r>
            <a:r>
              <a:rPr lang="en-US" dirty="0"/>
              <a:t> = (x - mean) / std</a:t>
            </a:r>
          </a:p>
          <a:p>
            <a:r>
              <a:rPr lang="en-US" b="1" dirty="0"/>
              <a:t>✔ Best for:</a:t>
            </a:r>
            <a:endParaRPr lang="en-US" dirty="0"/>
          </a:p>
          <a:p>
            <a:pPr lvl="0"/>
            <a:r>
              <a:rPr lang="en-US" dirty="0"/>
              <a:t>Linear Regression, Logistic Regression</a:t>
            </a:r>
          </a:p>
          <a:p>
            <a:pPr lvl="0"/>
            <a:r>
              <a:rPr lang="en-US" dirty="0"/>
              <a:t>SVM</a:t>
            </a:r>
          </a:p>
          <a:p>
            <a:pPr lvl="0"/>
            <a:r>
              <a:rPr lang="en-US" dirty="0"/>
              <a:t>Neural Networks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677AD-0FBF-B835-41C4-510C102BDD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Python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StandardScaler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scaler = StandardScaler()</a:t>
            </a:r>
          </a:p>
          <a:p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Age_scaled</a:t>
            </a:r>
            <a:r>
              <a:rPr lang="en-US" dirty="0"/>
              <a:t>']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[['Age']])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958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C9011-3AFF-C7E5-028E-F3D4B3B1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Min-Max Scaling (0–1 Normalization)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A3F5E-089F-D007-DA24-9434B1DC21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Converts values → [0, 1]</a:t>
            </a:r>
          </a:p>
          <a:p>
            <a:r>
              <a:rPr lang="en-US" dirty="0"/>
              <a:t>Formula:</a:t>
            </a:r>
          </a:p>
          <a:p>
            <a:r>
              <a:rPr lang="en-US" dirty="0"/>
              <a:t>(x - min) / (max - min)</a:t>
            </a:r>
          </a:p>
          <a:p>
            <a:r>
              <a:rPr lang="en-US" b="1" dirty="0"/>
              <a:t>✔ Best for:</a:t>
            </a:r>
            <a:endParaRPr lang="en-US" dirty="0"/>
          </a:p>
          <a:p>
            <a:pPr lvl="0"/>
            <a:r>
              <a:rPr lang="en-US" dirty="0"/>
              <a:t>Deep learning</a:t>
            </a:r>
          </a:p>
          <a:p>
            <a:pPr lvl="0"/>
            <a:r>
              <a:rPr lang="en-US" dirty="0"/>
              <a:t>Gradient descent based models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C34801-C8AD-B439-DEEF-9037BF739D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Python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MinMaxScaler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scaler = </a:t>
            </a:r>
            <a:r>
              <a:rPr lang="en-US" dirty="0" err="1"/>
              <a:t>MinMaxScaler</a:t>
            </a:r>
            <a:r>
              <a:rPr lang="en-US" dirty="0"/>
              <a:t>()</a:t>
            </a:r>
          </a:p>
          <a:p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Salary_scaled</a:t>
            </a:r>
            <a:r>
              <a:rPr lang="en-US" dirty="0"/>
              <a:t>']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[['Salary']])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88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4269A-74AF-AC80-9557-733BBF4BF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Robust Scaling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88BC-22E8-3659-3144-9C9AF0ACF8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Uses </a:t>
            </a:r>
            <a:r>
              <a:rPr lang="en-US" b="1" dirty="0"/>
              <a:t>median &amp; IQR</a:t>
            </a:r>
            <a:br>
              <a:rPr lang="en-US" dirty="0"/>
            </a:br>
            <a:r>
              <a:rPr lang="en-US" dirty="0"/>
              <a:t>Helps when dataset has </a:t>
            </a:r>
            <a:r>
              <a:rPr lang="en-US" b="1" dirty="0"/>
              <a:t>outliers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D00B2A-0DC2-840F-1F5A-E0A924AFDE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Python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/>
              <a:t>RobustScaler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dirty="0"/>
              <a:t>scaler = </a:t>
            </a:r>
            <a:r>
              <a:rPr lang="en-US" dirty="0" err="1"/>
              <a:t>RobustScaler</a:t>
            </a:r>
            <a:r>
              <a:rPr lang="en-US" dirty="0"/>
              <a:t>()</a:t>
            </a:r>
          </a:p>
          <a:p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Income_scaled</a:t>
            </a:r>
            <a:r>
              <a:rPr lang="en-US" dirty="0"/>
              <a:t>']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[['Income']])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438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3B78-692E-7CF5-EA93-780F450E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DATE FEATURES (Extracting useful components from date columns)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3F1F7C-DE64-6E6F-7B05-73D97BEA1B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149017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1919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1172-DA9E-C7DA-608D-215DE1F0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Extract Basic Date Components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D75598-9DAB-8C87-BB64-DAE65DA4D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536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['year']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dt.year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['month']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dt.month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['day']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dt.day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['weekday']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dt.dayofweek</a:t>
            </a:r>
            <a:r>
              <a:rPr lang="en-US" dirty="0"/>
              <a:t>     </a:t>
            </a:r>
          </a:p>
          <a:p>
            <a:pPr marL="0" indent="0">
              <a:buNone/>
            </a:pPr>
            <a:r>
              <a:rPr lang="en-US" dirty="0"/>
              <a:t># 0 = Monday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['week']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dt.isocalendar</a:t>
            </a:r>
            <a:r>
              <a:rPr lang="en-US" dirty="0"/>
              <a:t>().week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930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2BEA-1FFB-096E-ED78-59AAEB1DA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/ Seasonal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14A5-4A08-15F4-16A5-A0DEB7A1A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is_weekend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dt.dayofweek</a:t>
            </a:r>
            <a:r>
              <a:rPr lang="en-US" dirty="0"/>
              <a:t> &gt;= 5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['quarter']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dt.quarter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is_month_start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dt.is_month_start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is_month_end</a:t>
            </a:r>
            <a:r>
              <a:rPr lang="en-US" dirty="0"/>
              <a:t>'] = </a:t>
            </a:r>
            <a:r>
              <a:rPr lang="en-US" dirty="0" err="1"/>
              <a:t>df</a:t>
            </a:r>
            <a:r>
              <a:rPr lang="en-US" dirty="0"/>
              <a:t>['date'].</a:t>
            </a:r>
            <a:r>
              <a:rPr lang="en-US" dirty="0" err="1"/>
              <a:t>dt.is_month_end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92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6B3BE-3AB4-BC26-D6D8-274A6EB1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 Differences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4A99E-33AE-9887-7C59-BDB35D406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Useful for </a:t>
            </a:r>
            <a:r>
              <a:rPr lang="en-US" b="1" dirty="0"/>
              <a:t>time-to-delivery</a:t>
            </a:r>
            <a:r>
              <a:rPr lang="en-US" dirty="0"/>
              <a:t>, </a:t>
            </a:r>
            <a:r>
              <a:rPr lang="en-US" b="1" dirty="0"/>
              <a:t>customer response</a:t>
            </a:r>
            <a:r>
              <a:rPr lang="en-US" dirty="0"/>
              <a:t>, </a:t>
            </a:r>
            <a:r>
              <a:rPr lang="en-US" b="1" dirty="0"/>
              <a:t>duration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days_to_ship</a:t>
            </a:r>
            <a:r>
              <a:rPr lang="en-US" dirty="0"/>
              <a:t>'] = (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ship_date</a:t>
            </a:r>
            <a:r>
              <a:rPr lang="en-US" dirty="0"/>
              <a:t>'] - </a:t>
            </a:r>
            <a:r>
              <a:rPr lang="en-US" dirty="0" err="1"/>
              <a:t>df</a:t>
            </a:r>
            <a:r>
              <a:rPr lang="en-US" dirty="0"/>
              <a:t>['</a:t>
            </a:r>
            <a:r>
              <a:rPr lang="en-US" dirty="0" err="1"/>
              <a:t>order_date</a:t>
            </a:r>
            <a:r>
              <a:rPr lang="en-US" dirty="0"/>
              <a:t>']).</a:t>
            </a:r>
            <a:r>
              <a:rPr lang="en-US" dirty="0" err="1"/>
              <a:t>dt.days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76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Visualization Concepts</a:t>
            </a:r>
            <a:r>
              <a:rPr lang="en-US" dirty="0"/>
              <a:t>- Matplotlib library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Line chart</a:t>
            </a:r>
          </a:p>
          <a:p>
            <a:r>
              <a:t>Bar chart</a:t>
            </a:r>
          </a:p>
          <a:p>
            <a:r>
              <a:t>Histogram</a:t>
            </a:r>
          </a:p>
          <a:p>
            <a:r>
              <a:t>Scatter plot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Visualization Examples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F7E3C2-3C24-4B88-C98A-D9CC9A8016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2818836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037C95-F5C4-E953-951A-9194BD98C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US" sz="4200"/>
              <a:t>Sales Trend Analysis (Line Plot)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42B52-5473-74C9-CEDE-05AFA8CAB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/>
              <a:t>Purpose:</a:t>
            </a:r>
          </a:p>
          <a:p>
            <a:pPr marL="0" indent="0">
              <a:buNone/>
            </a:pPr>
            <a:r>
              <a:rPr lang="en-US" sz="1700" dirty="0"/>
              <a:t>To see how sales change over time.</a:t>
            </a:r>
          </a:p>
          <a:p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B846D4-31FC-3807-BACE-520B4B582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031937"/>
              </p:ext>
            </p:extLst>
          </p:nvPr>
        </p:nvGraphicFramePr>
        <p:xfrm>
          <a:off x="4433649" y="2756769"/>
          <a:ext cx="3862706" cy="31692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86454">
                  <a:extLst>
                    <a:ext uri="{9D8B030D-6E8A-4147-A177-3AD203B41FA5}">
                      <a16:colId xmlns:a16="http://schemas.microsoft.com/office/drawing/2014/main" val="4177481736"/>
                    </a:ext>
                  </a:extLst>
                </a:gridCol>
                <a:gridCol w="1876252">
                  <a:extLst>
                    <a:ext uri="{9D8B030D-6E8A-4147-A177-3AD203B41FA5}">
                      <a16:colId xmlns:a16="http://schemas.microsoft.com/office/drawing/2014/main" val="1477751625"/>
                    </a:ext>
                  </a:extLst>
                </a:gridCol>
              </a:tblGrid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Month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Sales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692601873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Jan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12000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2976692448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Feb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15000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945551415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Mar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17000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2375494891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Apr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14000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528857810"/>
                  </a:ext>
                </a:extLst>
              </a:tr>
              <a:tr h="528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May</a:t>
                      </a:r>
                    </a:p>
                  </a:txBody>
                  <a:tcPr marL="120046" marR="120046" marT="60023" marB="6002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19000</a:t>
                      </a:r>
                    </a:p>
                  </a:txBody>
                  <a:tcPr marL="120046" marR="120046" marT="60023" marB="60023" anchor="ctr"/>
                </a:tc>
                <a:extLst>
                  <a:ext uri="{0D108BD9-81ED-4DB2-BD59-A6C34878D82A}">
                    <a16:rowId xmlns:a16="http://schemas.microsoft.com/office/drawing/2014/main" val="12406173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60D5BFD-9A35-3DFB-E532-5B8CC3C95CE6}"/>
              </a:ext>
            </a:extLst>
          </p:cNvPr>
          <p:cNvSpPr txBox="1"/>
          <p:nvPr/>
        </p:nvSpPr>
        <p:spPr>
          <a:xfrm>
            <a:off x="4451520" y="2367800"/>
            <a:ext cx="464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Example Dataset</a:t>
            </a:r>
          </a:p>
        </p:txBody>
      </p:sp>
    </p:spTree>
    <p:extLst>
      <p:ext uri="{BB962C8B-B14F-4D97-AF65-F5344CB8AC3E}">
        <p14:creationId xmlns:p14="http://schemas.microsoft.com/office/powerpoint/2010/main" val="23421382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9B998-DA33-6B26-5E5B-4A297448867E}"/>
              </a:ext>
            </a:extLst>
          </p:cNvPr>
          <p:cNvSpPr txBox="1"/>
          <p:nvPr/>
        </p:nvSpPr>
        <p:spPr>
          <a:xfrm>
            <a:off x="692458" y="252909"/>
            <a:ext cx="806092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pandas as pd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({</a:t>
            </a:r>
          </a:p>
          <a:p>
            <a:r>
              <a:rPr lang="en-US" dirty="0"/>
              <a:t>    "Month": ["</a:t>
            </a:r>
            <a:r>
              <a:rPr lang="en-US" dirty="0" err="1"/>
              <a:t>Jan","Feb","Mar","Apr","May</a:t>
            </a:r>
            <a:r>
              <a:rPr lang="en-US" dirty="0"/>
              <a:t>"],</a:t>
            </a:r>
          </a:p>
          <a:p>
            <a:r>
              <a:rPr lang="en-US" dirty="0"/>
              <a:t>    "Sales": [12000,15000,17000,14000,19000]</a:t>
            </a:r>
          </a:p>
          <a:p>
            <a:r>
              <a:rPr lang="en-US" dirty="0"/>
              <a:t>})</a:t>
            </a:r>
          </a:p>
          <a:p>
            <a:endParaRPr lang="en-US" dirty="0"/>
          </a:p>
          <a:p>
            <a:r>
              <a:rPr lang="en-US" dirty="0" err="1"/>
              <a:t>plt.plot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["Month"], </a:t>
            </a:r>
            <a:r>
              <a:rPr lang="en-US" dirty="0" err="1"/>
              <a:t>df</a:t>
            </a:r>
            <a:r>
              <a:rPr lang="en-US" dirty="0"/>
              <a:t>["Sales"])</a:t>
            </a:r>
          </a:p>
          <a:p>
            <a:r>
              <a:rPr lang="en-US" dirty="0" err="1"/>
              <a:t>plt.title</a:t>
            </a:r>
            <a:r>
              <a:rPr lang="en-US" dirty="0"/>
              <a:t>("Sales Trend Over Months")</a:t>
            </a:r>
          </a:p>
          <a:p>
            <a:r>
              <a:rPr lang="en-US" dirty="0" err="1"/>
              <a:t>plt.xlabel</a:t>
            </a:r>
            <a:r>
              <a:rPr lang="en-US" dirty="0"/>
              <a:t>("Month")</a:t>
            </a:r>
          </a:p>
          <a:p>
            <a:r>
              <a:rPr lang="en-US" dirty="0" err="1"/>
              <a:t>plt.ylabel</a:t>
            </a:r>
            <a:r>
              <a:rPr lang="en-US" dirty="0"/>
              <a:t>("Sales")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DC672-D311-DAF3-AB1C-45B01298A104}"/>
              </a:ext>
            </a:extLst>
          </p:cNvPr>
          <p:cNvSpPr txBox="1"/>
          <p:nvPr/>
        </p:nvSpPr>
        <p:spPr>
          <a:xfrm>
            <a:off x="4274598" y="384311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increased from Jan → Mar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Dropped in Apr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Recovered strongly in May</a:t>
            </a:r>
          </a:p>
        </p:txBody>
      </p:sp>
    </p:spTree>
    <p:extLst>
      <p:ext uri="{BB962C8B-B14F-4D97-AF65-F5344CB8AC3E}">
        <p14:creationId xmlns:p14="http://schemas.microsoft.com/office/powerpoint/2010/main" val="25177421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7AF967-8436-D84A-AD05-D7DDEECAF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Customer Distribution (Bar Chart / Pie Chart)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B929A-8A2F-97E0-A044-514608367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997" y="2548569"/>
            <a:ext cx="3398174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Purpose: -</a:t>
            </a:r>
            <a:r>
              <a:rPr lang="en-US" sz="2400" dirty="0"/>
              <a:t>To understand how customers are divided across categories (city, age groups, products).</a:t>
            </a:r>
          </a:p>
          <a:p>
            <a:endParaRPr lang="en-US" sz="1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F71976-61E1-835B-2B54-7E73F2D4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27434"/>
              </p:ext>
            </p:extLst>
          </p:nvPr>
        </p:nvGraphicFramePr>
        <p:xfrm>
          <a:off x="4433649" y="2776682"/>
          <a:ext cx="3862708" cy="312939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1671379">
                  <a:extLst>
                    <a:ext uri="{9D8B030D-6E8A-4147-A177-3AD203B41FA5}">
                      <a16:colId xmlns:a16="http://schemas.microsoft.com/office/drawing/2014/main" val="3921514385"/>
                    </a:ext>
                  </a:extLst>
                </a:gridCol>
                <a:gridCol w="2191329">
                  <a:extLst>
                    <a:ext uri="{9D8B030D-6E8A-4147-A177-3AD203B41FA5}">
                      <a16:colId xmlns:a16="http://schemas.microsoft.com/office/drawing/2014/main" val="2213626157"/>
                    </a:ext>
                  </a:extLst>
                </a:gridCol>
              </a:tblGrid>
              <a:tr h="708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0" cap="none" spc="0">
                          <a:solidFill>
                            <a:schemeClr val="bg1"/>
                          </a:solidFill>
                        </a:rPr>
                        <a:t>City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0" cap="none" spc="0">
                          <a:solidFill>
                            <a:schemeClr val="bg1"/>
                          </a:solidFill>
                        </a:rPr>
                        <a:t>Customers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718146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Delhi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220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48837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Mumbai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180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39152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Bangalore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472864"/>
                  </a:ext>
                </a:extLst>
              </a:tr>
              <a:tr h="60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Kolkata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 marL="155176" marR="155176" marT="155176" marB="775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0067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8D7225-BD0E-7E15-5140-A7EA9D766D3F}"/>
              </a:ext>
            </a:extLst>
          </p:cNvPr>
          <p:cNvSpPr txBox="1"/>
          <p:nvPr/>
        </p:nvSpPr>
        <p:spPr>
          <a:xfrm>
            <a:off x="4340755" y="2363903"/>
            <a:ext cx="464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Example Dataset</a:t>
            </a:r>
          </a:p>
        </p:txBody>
      </p:sp>
    </p:spTree>
    <p:extLst>
      <p:ext uri="{BB962C8B-B14F-4D97-AF65-F5344CB8AC3E}">
        <p14:creationId xmlns:p14="http://schemas.microsoft.com/office/powerpoint/2010/main" val="2744439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FF4699-4E6E-65DE-9C69-3FC9C435FA25}"/>
              </a:ext>
            </a:extLst>
          </p:cNvPr>
          <p:cNvSpPr txBox="1"/>
          <p:nvPr/>
        </p:nvSpPr>
        <p:spPr>
          <a:xfrm>
            <a:off x="332913" y="656143"/>
            <a:ext cx="75415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df</a:t>
            </a:r>
            <a:r>
              <a:rPr lang="en-US" sz="2400" dirty="0"/>
              <a:t> = </a:t>
            </a:r>
            <a:r>
              <a:rPr lang="en-US" sz="2400" dirty="0" err="1"/>
              <a:t>pd.DataFrame</a:t>
            </a:r>
            <a:r>
              <a:rPr lang="en-US" sz="2400" dirty="0"/>
              <a:t>({</a:t>
            </a:r>
          </a:p>
          <a:p>
            <a:r>
              <a:rPr lang="en-US" sz="2400" dirty="0"/>
              <a:t>    "City": ["</a:t>
            </a:r>
            <a:r>
              <a:rPr lang="en-US" sz="2400" dirty="0" err="1"/>
              <a:t>Delhi","Mumbai","Bangalore","Kolkata</a:t>
            </a:r>
            <a:r>
              <a:rPr lang="en-US" sz="2400" dirty="0"/>
              <a:t>"],</a:t>
            </a:r>
          </a:p>
          <a:p>
            <a:r>
              <a:rPr lang="en-US" sz="2400" dirty="0"/>
              <a:t>    "Customers": [220,180,140,90]</a:t>
            </a:r>
          </a:p>
          <a:p>
            <a:r>
              <a:rPr lang="en-US" sz="2400" dirty="0"/>
              <a:t>})</a:t>
            </a:r>
          </a:p>
          <a:p>
            <a:endParaRPr lang="en-US" sz="2400" dirty="0"/>
          </a:p>
          <a:p>
            <a:r>
              <a:rPr lang="en-US" sz="2400" dirty="0" err="1"/>
              <a:t>plt.bar</a:t>
            </a:r>
            <a:r>
              <a:rPr lang="en-US" sz="2400" dirty="0"/>
              <a:t>(</a:t>
            </a:r>
            <a:r>
              <a:rPr lang="en-US" sz="2400" dirty="0" err="1"/>
              <a:t>df</a:t>
            </a:r>
            <a:r>
              <a:rPr lang="en-US" sz="2400" dirty="0"/>
              <a:t>["City"], </a:t>
            </a:r>
            <a:r>
              <a:rPr lang="en-US" sz="2400" dirty="0" err="1"/>
              <a:t>df</a:t>
            </a:r>
            <a:r>
              <a:rPr lang="en-US" sz="2400" dirty="0"/>
              <a:t>["Customers"])</a:t>
            </a:r>
          </a:p>
          <a:p>
            <a:r>
              <a:rPr lang="en-US" sz="2400" dirty="0" err="1"/>
              <a:t>plt.title</a:t>
            </a:r>
            <a:r>
              <a:rPr lang="en-US" sz="2400" dirty="0"/>
              <a:t>("Customer Distribution by City")</a:t>
            </a:r>
          </a:p>
          <a:p>
            <a:r>
              <a:rPr lang="en-US" sz="2400" dirty="0" err="1"/>
              <a:t>plt.xlabel</a:t>
            </a:r>
            <a:r>
              <a:rPr lang="en-US" sz="2400" dirty="0"/>
              <a:t>("City")</a:t>
            </a:r>
          </a:p>
          <a:p>
            <a:r>
              <a:rPr lang="en-US" sz="2400" dirty="0" err="1"/>
              <a:t>plt.ylabel</a:t>
            </a:r>
            <a:r>
              <a:rPr lang="en-US" sz="2400" dirty="0"/>
              <a:t>("Number of Customers")</a:t>
            </a:r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A6FDB-689B-B9C0-1809-937AC15FA2CC}"/>
              </a:ext>
            </a:extLst>
          </p:cNvPr>
          <p:cNvSpPr txBox="1"/>
          <p:nvPr/>
        </p:nvSpPr>
        <p:spPr>
          <a:xfrm>
            <a:off x="3750814" y="4967030"/>
            <a:ext cx="5135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Delhi has the highest customer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Kolkata has the lowest</a:t>
            </a:r>
          </a:p>
        </p:txBody>
      </p:sp>
    </p:spTree>
    <p:extLst>
      <p:ext uri="{BB962C8B-B14F-4D97-AF65-F5344CB8AC3E}">
        <p14:creationId xmlns:p14="http://schemas.microsoft.com/office/powerpoint/2010/main" val="8706478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4AB6-DA0F-7779-F6C5-382C8097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Scatter Analysis (Relationship Between Variables)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277B-D727-8FA9-F2F2-AA9A49F1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1629052"/>
            <a:ext cx="4984812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Used to find </a:t>
            </a:r>
            <a:r>
              <a:rPr lang="en-US" b="1" dirty="0"/>
              <a:t>correlation</a:t>
            </a:r>
            <a:r>
              <a:rPr lang="en-US" dirty="0"/>
              <a:t> (positive, negative or none) between two variables.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CE21319-FF98-A68D-E82C-6EBE06886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670890"/>
              </p:ext>
            </p:extLst>
          </p:nvPr>
        </p:nvGraphicFramePr>
        <p:xfrm>
          <a:off x="4904912" y="2331720"/>
          <a:ext cx="4021586" cy="2194560"/>
        </p:xfrm>
        <a:graphic>
          <a:graphicData uri="http://schemas.openxmlformats.org/drawingml/2006/table">
            <a:tbl>
              <a:tblPr/>
              <a:tblGrid>
                <a:gridCol w="2010793">
                  <a:extLst>
                    <a:ext uri="{9D8B030D-6E8A-4147-A177-3AD203B41FA5}">
                      <a16:colId xmlns:a16="http://schemas.microsoft.com/office/drawing/2014/main" val="3922574761"/>
                    </a:ext>
                  </a:extLst>
                </a:gridCol>
                <a:gridCol w="2010793">
                  <a:extLst>
                    <a:ext uri="{9D8B030D-6E8A-4147-A177-3AD203B41FA5}">
                      <a16:colId xmlns:a16="http://schemas.microsoft.com/office/drawing/2014/main" val="37094869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Spending (₹)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Number of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043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079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080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4842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851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83142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F2B7515-261A-2326-E2EC-D5C3D27BFDC5}"/>
              </a:ext>
            </a:extLst>
          </p:cNvPr>
          <p:cNvSpPr txBox="1"/>
          <p:nvPr/>
        </p:nvSpPr>
        <p:spPr>
          <a:xfrm>
            <a:off x="4904912" y="1781294"/>
            <a:ext cx="4105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Dataset</a:t>
            </a:r>
          </a:p>
        </p:txBody>
      </p:sp>
    </p:spTree>
    <p:extLst>
      <p:ext uri="{BB962C8B-B14F-4D97-AF65-F5344CB8AC3E}">
        <p14:creationId xmlns:p14="http://schemas.microsoft.com/office/powerpoint/2010/main" val="4169532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DDA1A0-CFDF-166C-3D62-B84FC551562C}"/>
              </a:ext>
            </a:extLst>
          </p:cNvPr>
          <p:cNvSpPr txBox="1"/>
          <p:nvPr/>
        </p:nvSpPr>
        <p:spPr>
          <a:xfrm>
            <a:off x="229149" y="567508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df</a:t>
            </a:r>
            <a:r>
              <a:rPr lang="en-US" sz="2400" dirty="0"/>
              <a:t> = </a:t>
            </a:r>
            <a:r>
              <a:rPr lang="en-US" sz="2400" dirty="0" err="1"/>
              <a:t>pd.DataFrame</a:t>
            </a:r>
            <a:r>
              <a:rPr lang="en-US" sz="2400" dirty="0"/>
              <a:t>({</a:t>
            </a:r>
          </a:p>
          <a:p>
            <a:r>
              <a:rPr lang="en-US" sz="2400" dirty="0"/>
              <a:t>    "Spending": [2000, 3500, 1500, 4000, 2800],</a:t>
            </a:r>
          </a:p>
          <a:p>
            <a:r>
              <a:rPr lang="en-US" sz="2400" dirty="0"/>
              <a:t>    "Orders": [7, 12, 4, 15, 8]</a:t>
            </a:r>
          </a:p>
          <a:p>
            <a:r>
              <a:rPr lang="en-US" sz="2400" dirty="0"/>
              <a:t>})</a:t>
            </a:r>
          </a:p>
          <a:p>
            <a:r>
              <a:rPr lang="en-US" sz="2400" dirty="0" err="1"/>
              <a:t>plt.scatter</a:t>
            </a:r>
            <a:r>
              <a:rPr lang="en-US" sz="2400" dirty="0"/>
              <a:t>(</a:t>
            </a:r>
            <a:r>
              <a:rPr lang="en-US" sz="2400" dirty="0" err="1"/>
              <a:t>df</a:t>
            </a:r>
            <a:r>
              <a:rPr lang="en-US" sz="2400" dirty="0"/>
              <a:t>["Spending"], </a:t>
            </a:r>
            <a:r>
              <a:rPr lang="en-US" sz="2400" dirty="0" err="1"/>
              <a:t>df</a:t>
            </a:r>
            <a:r>
              <a:rPr lang="en-US" sz="2400" dirty="0"/>
              <a:t>["Orders"])</a:t>
            </a:r>
          </a:p>
          <a:p>
            <a:r>
              <a:rPr lang="en-US" sz="2400" dirty="0" err="1"/>
              <a:t>plt.title</a:t>
            </a:r>
            <a:r>
              <a:rPr lang="en-US" sz="2400" dirty="0"/>
              <a:t>("Scatter Plot: Spending vs Orders")</a:t>
            </a:r>
          </a:p>
          <a:p>
            <a:r>
              <a:rPr lang="en-US" sz="2400" dirty="0" err="1"/>
              <a:t>plt.xlabel</a:t>
            </a:r>
            <a:r>
              <a:rPr lang="en-US" sz="2400" dirty="0"/>
              <a:t>("Customer Spending")</a:t>
            </a:r>
          </a:p>
          <a:p>
            <a:r>
              <a:rPr lang="en-US" sz="2400" dirty="0" err="1"/>
              <a:t>plt.ylabel</a:t>
            </a:r>
            <a:r>
              <a:rPr lang="en-US" sz="2400" dirty="0"/>
              <a:t>("Number of Orders")</a:t>
            </a:r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F2193-B61C-009A-05CE-A938BC1FA43A}"/>
              </a:ext>
            </a:extLst>
          </p:cNvPr>
          <p:cNvSpPr txBox="1"/>
          <p:nvPr/>
        </p:nvSpPr>
        <p:spPr>
          <a:xfrm>
            <a:off x="3883981" y="4982203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Higher spending → more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Shows a clear positive correlation</a:t>
            </a:r>
          </a:p>
        </p:txBody>
      </p:sp>
    </p:spTree>
    <p:extLst>
      <p:ext uri="{BB962C8B-B14F-4D97-AF65-F5344CB8AC3E}">
        <p14:creationId xmlns:p14="http://schemas.microsoft.com/office/powerpoint/2010/main" val="2142812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0E1856-A4E6-074E-66E5-755FCA16199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Case Study: Customer Segmentation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41FE03-0BED-3079-4817-74033E841B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37742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8D03-9CA1-A3BD-EBAF-99E091D32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0B2B0-F7E4-FBC4-EFD2-9110E255B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sz="2100" dirty="0"/>
            </a:br>
            <a:r>
              <a:rPr lang="en-US" sz="2100" dirty="0"/>
              <a:t>👉 Clean raw customer data</a:t>
            </a:r>
            <a:br>
              <a:rPr lang="en-US" sz="2100" dirty="0"/>
            </a:br>
            <a:r>
              <a:rPr lang="en-US" sz="2100" dirty="0"/>
              <a:t>👉 Perform deep exploratory analysis</a:t>
            </a:r>
            <a:br>
              <a:rPr lang="en-US" sz="2100" dirty="0"/>
            </a:br>
            <a:r>
              <a:rPr lang="en-US" sz="2100" dirty="0"/>
              <a:t>👉 Build features</a:t>
            </a:r>
            <a:br>
              <a:rPr lang="en-US" sz="2100" dirty="0"/>
            </a:br>
            <a:r>
              <a:rPr lang="en-US" sz="2100" dirty="0"/>
              <a:t>👉 Prepare data for segmentation (e.g., K-Means)</a:t>
            </a:r>
          </a:p>
          <a:p>
            <a:r>
              <a:rPr lang="en-US" sz="2100" dirty="0"/>
              <a:t>https://colab.research.google.com/drive/1XdFmSMPaOMRY4PTrtFOuvtWbqT2-m1If?authuser=7#scrollTo=uDsv459VkoFQ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084091EA-B440-D6D0-8011-A92C19582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319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Handle imbalance</a:t>
            </a:r>
          </a:p>
          <a:p>
            <a:r>
              <a:t>Detect anomalies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Assignment 1: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Fix missing data</a:t>
            </a:r>
          </a:p>
          <a:p>
            <a:r>
              <a:rPr dirty="0"/>
              <a:t>Fix formats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2: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Compute correlations</a:t>
            </a:r>
          </a:p>
          <a:p>
            <a:r>
              <a:t>Identify outliers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3: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Create 5 charts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4: NumPy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Matrix multiplication</a:t>
            </a:r>
          </a:p>
          <a:p>
            <a:r>
              <a:t>Broadcasting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 1: EDA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Sales analysis</a:t>
            </a:r>
          </a:p>
          <a:p>
            <a:r>
              <a:t>KPIs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 2: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Reusable steps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Mini Project 3: Statistical Summary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Auto-report generator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E671C-9968-E97C-AC57-13FAF9B4E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4ADDB043-CC9E-0D3B-0470-6E8573A72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34293390-EC9B-4113-A742-8A9689014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4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2462</TotalTime>
  <Words>3488</Words>
  <Application>Microsoft Office PowerPoint</Application>
  <PresentationFormat>On-screen Show (4:3)</PresentationFormat>
  <Paragraphs>585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Arial</vt:lpstr>
      <vt:lpstr>Calibri</vt:lpstr>
      <vt:lpstr>Symbol</vt:lpstr>
      <vt:lpstr>Times New Roman</vt:lpstr>
      <vt:lpstr>Office Theme</vt:lpstr>
      <vt:lpstr>Data Cleaning, Manipulation and Wrangling using pandas and sklearn Libraries in python</vt:lpstr>
      <vt:lpstr>Data &amp; Math Foundations</vt:lpstr>
      <vt:lpstr>Why Linear Algebra in AI?</vt:lpstr>
      <vt:lpstr>PowerPoint Presentation</vt:lpstr>
      <vt:lpstr>Tensors  Scalars, Vectors, Matrices, Tensors</vt:lpstr>
      <vt:lpstr>PowerPoint Presentation</vt:lpstr>
      <vt:lpstr>Vector Operations</vt:lpstr>
      <vt:lpstr>PowerPoint Presentation</vt:lpstr>
      <vt:lpstr>PowerPoint Presentation</vt:lpstr>
      <vt:lpstr>Matrix Operations</vt:lpstr>
      <vt:lpstr>PowerPoint Presentation</vt:lpstr>
      <vt:lpstr>PowerPoint Presentation</vt:lpstr>
      <vt:lpstr>Data Cleaning</vt:lpstr>
      <vt:lpstr>Missing Values</vt:lpstr>
      <vt:lpstr>Missing Values</vt:lpstr>
      <vt:lpstr>Removing Duplicates </vt:lpstr>
      <vt:lpstr>Handling Outliers</vt:lpstr>
      <vt:lpstr>Encoding Categorical Variables</vt:lpstr>
      <vt:lpstr>Scaling Numerical Features</vt:lpstr>
      <vt:lpstr>PowerPoint Presentation</vt:lpstr>
      <vt:lpstr>Data Wrangling</vt:lpstr>
      <vt:lpstr>Group By </vt:lpstr>
      <vt:lpstr>Example </vt:lpstr>
      <vt:lpstr>Merge </vt:lpstr>
      <vt:lpstr>example</vt:lpstr>
      <vt:lpstr>SORT (Sorting)</vt:lpstr>
      <vt:lpstr>PIVOT / PIVOT TABLE</vt:lpstr>
      <vt:lpstr>Example </vt:lpstr>
      <vt:lpstr>Feature Engineering</vt:lpstr>
      <vt:lpstr>Encoding- (Converting categorical data into numeric form)</vt:lpstr>
      <vt:lpstr>Label Encoding</vt:lpstr>
      <vt:lpstr>One-Hot Encoding</vt:lpstr>
      <vt:lpstr>Ordinal Encoding</vt:lpstr>
      <vt:lpstr>Frequency Encoding</vt:lpstr>
      <vt:lpstr>Scaling-(Normalizing numerical values)</vt:lpstr>
      <vt:lpstr>Standard Scaling (Z-Score Normalization)</vt:lpstr>
      <vt:lpstr>Min-Max Scaling (0–1 Normalization)</vt:lpstr>
      <vt:lpstr>Robust Scaling</vt:lpstr>
      <vt:lpstr>DATE FEATURES (Extracting useful components from date columns)</vt:lpstr>
      <vt:lpstr>Extract Basic Date Components</vt:lpstr>
      <vt:lpstr>Business / Seasonal Features</vt:lpstr>
      <vt:lpstr>Time Differences</vt:lpstr>
      <vt:lpstr>Visualization Concepts- Matplotlib library</vt:lpstr>
      <vt:lpstr>Visualization Examples</vt:lpstr>
      <vt:lpstr>Sales Trend Analysis (Line Plot)</vt:lpstr>
      <vt:lpstr>PowerPoint Presentation</vt:lpstr>
      <vt:lpstr>Customer Distribution (Bar Chart / Pie Chart)</vt:lpstr>
      <vt:lpstr>PowerPoint Presentation</vt:lpstr>
      <vt:lpstr>Scatter Analysis (Relationship Between Variables)</vt:lpstr>
      <vt:lpstr>PowerPoint Presentation</vt:lpstr>
      <vt:lpstr>Case Study: Customer Segmentation</vt:lpstr>
      <vt:lpstr>Goal</vt:lpstr>
      <vt:lpstr>Case Study: Fraud Detection</vt:lpstr>
      <vt:lpstr>Assignment 1: Data Cleaning</vt:lpstr>
      <vt:lpstr>Assignment 2: Statistics</vt:lpstr>
      <vt:lpstr>Assignment 3: Visualization</vt:lpstr>
      <vt:lpstr>Assignment 4: NumPy Practice</vt:lpstr>
      <vt:lpstr>Mini Project 1: EDA Dashboard</vt:lpstr>
      <vt:lpstr>Mini Project 2: Data Pipeline</vt:lpstr>
      <vt:lpstr>Mini Project 3: Statistical Summary Generator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Rakhee Chhibber</cp:lastModifiedBy>
  <cp:revision>14</cp:revision>
  <dcterms:created xsi:type="dcterms:W3CDTF">2013-01-27T09:14:16Z</dcterms:created>
  <dcterms:modified xsi:type="dcterms:W3CDTF">2026-01-26T16:43:53Z</dcterms:modified>
  <cp:category/>
</cp:coreProperties>
</file>